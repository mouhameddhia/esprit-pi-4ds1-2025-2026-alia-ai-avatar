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6"/>
  </p:notesMasterIdLst>
  <p:sldIdLst>
    <p:sldId id="307" r:id="rId2"/>
    <p:sldId id="445" r:id="rId3"/>
    <p:sldId id="450" r:id="rId4"/>
    <p:sldId id="449" r:id="rId5"/>
  </p:sldIdLst>
  <p:sldSz cx="9144000" cy="5143500" type="screen16x9"/>
  <p:notesSz cx="6858000" cy="9144000"/>
  <p:embeddedFontLst>
    <p:embeddedFont>
      <p:font typeface="Mongolian Baiti" panose="03000500000000000000" pitchFamily="66" charset="0"/>
      <p:regular r:id="rId7"/>
    </p:embeddedFont>
    <p:embeddedFont>
      <p:font typeface="Poppins" panose="020B0604020202020204" charset="0"/>
      <p:regular r:id="rId8"/>
      <p:bold r:id="rId9"/>
      <p:italic r:id="rId10"/>
      <p:boldItalic r:id="rId11"/>
    </p:embeddedFont>
    <p:embeddedFont>
      <p:font typeface="Montserrat" panose="020B0604020202020204" charset="0"/>
      <p:regular r:id="rId12"/>
      <p:bold r:id="rId13"/>
      <p:italic r:id="rId14"/>
      <p:boldItalic r:id="rId15"/>
    </p:embeddedFont>
    <p:embeddedFont>
      <p:font typeface="Oswald Medium" panose="020B0604020202020204" charset="0"/>
      <p:regular r:id="rId16"/>
      <p:bold r:id="rId17"/>
    </p:embeddedFont>
    <p:embeddedFont>
      <p:font typeface="Raleway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35B"/>
    <a:srgbClr val="E14D4D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552" autoAdjust="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749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476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5444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02959" y="539750"/>
            <a:ext cx="712383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000" cap="all" dirty="0" smtClean="0">
                <a:solidFill>
                  <a:srgbClr val="E14D4D"/>
                </a:solidFill>
              </a:rPr>
              <a:t>TC2000 </a:t>
            </a:r>
            <a:r>
              <a:rPr lang="fr-FR" sz="4000" cap="all" dirty="0">
                <a:solidFill>
                  <a:srgbClr val="E14D4D"/>
                </a:solidFill>
              </a:rPr>
              <a:t>&amp; SPS </a:t>
            </a:r>
            <a:endParaRPr lang="fr-FR" sz="4000" cap="all" dirty="0" smtClean="0">
              <a:solidFill>
                <a:srgbClr val="E14D4D"/>
              </a:solidFill>
            </a:endParaRPr>
          </a:p>
          <a:p>
            <a:endParaRPr lang="fr-FR" sz="40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249392" y="539750"/>
            <a:ext cx="131016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725" y="1072433"/>
            <a:ext cx="3831732" cy="383173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</a:t>
            </a:r>
            <a:r>
              <a:rPr lang="fr-FR" sz="1200" dirty="0">
                <a:latin typeface="Montserrat" panose="020B0604020202020204" charset="0"/>
              </a:rPr>
              <a:t>éclaircissant, anti tâches brunes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Élimine </a:t>
            </a:r>
            <a:r>
              <a:rPr lang="fr-FR" sz="1200" dirty="0">
                <a:latin typeface="Montserrat" panose="020B0604020202020204" charset="0"/>
              </a:rPr>
              <a:t>les cellules mortes de l'épiderme tout en nettoyant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la peau unifie </a:t>
            </a:r>
            <a:r>
              <a:rPr lang="fr-FR" sz="1200" dirty="0">
                <a:latin typeface="Montserrat" panose="020B0604020202020204" charset="0"/>
              </a:rPr>
              <a:t>le teint grâce </a:t>
            </a:r>
            <a:r>
              <a:rPr lang="fr-FR" sz="1200" dirty="0">
                <a:latin typeface="Montserrat Medium" panose="00000600000000000000" pitchFamily="50" charset="0"/>
              </a:rPr>
              <a:t>à l'argile</a:t>
            </a: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50006" y="427198"/>
            <a:ext cx="4703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cap="all" dirty="0" smtClean="0">
                <a:solidFill>
                  <a:schemeClr val="bg1"/>
                </a:solidFill>
                <a:latin typeface="Montserrat" panose="020B0604020202020204" charset="0"/>
              </a:rPr>
              <a:t>TC 2000 SAVON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4309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d'Olive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Argile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Feuille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Romarin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Busserole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Arctostaphylos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uva-ursi)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12583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1 à 2 application par jour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846" y="4536282"/>
            <a:ext cx="892569" cy="488987"/>
          </a:xfrm>
          <a:prstGeom prst="rect">
            <a:avLst/>
          </a:prstGeom>
        </p:spPr>
      </p:pic>
      <p:sp>
        <p:nvSpPr>
          <p:cNvPr id="14" name="Rectangle à coins arrondis 13"/>
          <p:cNvSpPr/>
          <p:nvPr/>
        </p:nvSpPr>
        <p:spPr>
          <a:xfrm>
            <a:off x="835818" y="4459022"/>
            <a:ext cx="2946387" cy="384812"/>
          </a:xfrm>
          <a:prstGeom prst="round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919918" y="4471715"/>
            <a:ext cx="3960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Soin éclaircissant </a:t>
            </a:r>
          </a:p>
        </p:txBody>
      </p:sp>
    </p:spTree>
    <p:extLst>
      <p:ext uri="{BB962C8B-B14F-4D97-AF65-F5344CB8AC3E}">
        <p14:creationId xmlns:p14="http://schemas.microsoft.com/office/powerpoint/2010/main" val="4457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</a:t>
            </a:r>
            <a:r>
              <a:rPr lang="fr-FR" sz="1200" dirty="0">
                <a:latin typeface="Montserrat" panose="020B0604020202020204" charset="0"/>
              </a:rPr>
              <a:t>éclaircissant, anti tâches brunes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la réduction des tâches brunes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le renouvellement cellulaire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50006" y="427198"/>
            <a:ext cx="4703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cap="all" dirty="0" smtClean="0">
                <a:solidFill>
                  <a:schemeClr val="bg1"/>
                </a:solidFill>
                <a:latin typeface="Montserrat" panose="020B0604020202020204" charset="0"/>
              </a:rPr>
              <a:t>TC 2000 </a:t>
            </a:r>
            <a:r>
              <a:rPr lang="fr-FR" sz="2800" cap="all" dirty="0" err="1" smtClean="0">
                <a:solidFill>
                  <a:schemeClr val="bg1"/>
                </a:solidFill>
                <a:latin typeface="Montserrat" panose="020B0604020202020204" charset="0"/>
              </a:rPr>
              <a:t>Nutractiva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4309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mg de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lévure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de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biére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mg d’extrait sec de vigne rouge(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vitis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vinifera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mg d’extrait sec de Curcuma(Curcuma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modras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mg de Vitamine 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0,2 mg de Vitamine B9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258746" y="3521503"/>
            <a:ext cx="1126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60 </a:t>
            </a:r>
          </a:p>
          <a:p>
            <a:r>
              <a:rPr lang="fr-FR" sz="1200" dirty="0" smtClean="0">
                <a:solidFill>
                  <a:schemeClr val="tx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gélules</a:t>
            </a:r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143961"/>
              </p:ext>
            </p:extLst>
          </p:nvPr>
        </p:nvGraphicFramePr>
        <p:xfrm>
          <a:off x="4364705" y="3910175"/>
          <a:ext cx="3737340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1 à 2 gélules/jour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pendant ou 1 à 2 mois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846" y="4536282"/>
            <a:ext cx="892569" cy="488987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502537" y="4494001"/>
            <a:ext cx="3960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Soin éclaircissant </a:t>
            </a:r>
          </a:p>
        </p:txBody>
      </p:sp>
      <p:pic>
        <p:nvPicPr>
          <p:cNvPr id="1028" name="Picture 4" descr="https://vital.com.tn/wp-content/uploads/2017/08/NUTRACTIV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57" y="1285875"/>
            <a:ext cx="28575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/>
          <p:cNvSpPr txBox="1"/>
          <p:nvPr/>
        </p:nvSpPr>
        <p:spPr>
          <a:xfrm>
            <a:off x="1654937" y="4646401"/>
            <a:ext cx="3960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Soin éclaircissant </a:t>
            </a:r>
          </a:p>
        </p:txBody>
      </p:sp>
      <p:sp>
        <p:nvSpPr>
          <p:cNvPr id="19" name="Rectangle à coins arrondis 18"/>
          <p:cNvSpPr/>
          <p:nvPr/>
        </p:nvSpPr>
        <p:spPr>
          <a:xfrm>
            <a:off x="392494" y="4557794"/>
            <a:ext cx="2946387" cy="384812"/>
          </a:xfrm>
          <a:prstGeom prst="round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623116" y="4557794"/>
            <a:ext cx="3960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Soin éclaircissant </a:t>
            </a:r>
          </a:p>
        </p:txBody>
      </p:sp>
    </p:spTree>
    <p:extLst>
      <p:ext uri="{BB962C8B-B14F-4D97-AF65-F5344CB8AC3E}">
        <p14:creationId xmlns:p14="http://schemas.microsoft.com/office/powerpoint/2010/main" val="27665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2" y="965423"/>
            <a:ext cx="3852862" cy="385286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236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87782"/>
            <a:ext cx="4309489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Soulage les bleus et les douleurs en </a:t>
            </a:r>
            <a:r>
              <a:rPr lang="fr-FR" sz="1200" dirty="0" smtClean="0">
                <a:latin typeface="Montserrat" panose="020B0604020202020204" charset="0"/>
              </a:rPr>
              <a:t>post-opératoires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Accélère la réduction des bosses et des contusions Traitement des traumatismes </a:t>
            </a:r>
            <a:r>
              <a:rPr lang="fr-FR" sz="1200" dirty="0" err="1">
                <a:latin typeface="Montserrat" panose="020B0604020202020204" charset="0"/>
              </a:rPr>
              <a:t>cutanés.musculaires</a:t>
            </a:r>
            <a:r>
              <a:rPr lang="fr-FR" sz="1200" dirty="0">
                <a:latin typeface="Montserrat" panose="020B0604020202020204" charset="0"/>
              </a:rPr>
              <a:t> et </a:t>
            </a:r>
            <a:r>
              <a:rPr lang="fr-FR" sz="1200" dirty="0" smtClean="0">
                <a:latin typeface="Montserrat" panose="020B0604020202020204" charset="0"/>
              </a:rPr>
              <a:t>articulaires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Traitement </a:t>
            </a:r>
            <a:r>
              <a:rPr lang="fr-FR" sz="1200" dirty="0">
                <a:latin typeface="Montserrat" panose="020B0604020202020204" charset="0"/>
              </a:rPr>
              <a:t>des pathologies </a:t>
            </a:r>
            <a:r>
              <a:rPr lang="fr-FR" sz="1200" dirty="0" err="1">
                <a:latin typeface="Montserrat" panose="020B0604020202020204" charset="0"/>
              </a:rPr>
              <a:t>veino</a:t>
            </a:r>
            <a:r>
              <a:rPr lang="fr-FR" sz="1200" dirty="0">
                <a:latin typeface="Montserrat" panose="020B0604020202020204" charset="0"/>
              </a:rPr>
              <a:t>-lymphatiques et des varices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Traitement </a:t>
            </a:r>
            <a:r>
              <a:rPr lang="fr-FR" sz="1200" dirty="0">
                <a:latin typeface="Montserrat" panose="020B0604020202020204" charset="0"/>
              </a:rPr>
              <a:t>des inflammations post-traumatiques et des ecchymoses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Piqûres </a:t>
            </a:r>
            <a:r>
              <a:rPr lang="fr-FR" sz="1200" dirty="0">
                <a:latin typeface="Montserrat" panose="020B0604020202020204" charset="0"/>
              </a:rPr>
              <a:t>d'insectes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253529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03758"/>
            <a:ext cx="4282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cap="all" dirty="0" smtClean="0">
                <a:solidFill>
                  <a:schemeClr val="bg1"/>
                </a:solidFill>
                <a:latin typeface="Montserrat" panose="020B0604020202020204" charset="0"/>
              </a:rPr>
              <a:t>S.P.S ARNICA </a:t>
            </a:r>
            <a:r>
              <a:rPr lang="fr-FR" sz="2000" cap="all" dirty="0" smtClean="0">
                <a:solidFill>
                  <a:schemeClr val="bg1"/>
                </a:solidFill>
                <a:latin typeface="Montserrat" panose="020B0604020202020204" charset="0"/>
              </a:rPr>
              <a:t>POMMADE</a:t>
            </a:r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954116"/>
            <a:ext cx="4309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Extrait d'Arnica (Arnica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montana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4974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106850"/>
              </p:ext>
            </p:extLst>
          </p:nvPr>
        </p:nvGraphicFramePr>
        <p:xfrm>
          <a:off x="4364705" y="3903030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deux fois par jour, matin et soir, en effectuant de légers mouvements de massage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846" y="4536282"/>
            <a:ext cx="892569" cy="488987"/>
          </a:xfrm>
          <a:prstGeom prst="rect">
            <a:avLst/>
          </a:prstGeom>
        </p:spPr>
      </p:pic>
      <p:sp>
        <p:nvSpPr>
          <p:cNvPr id="6" name="Rectangle à coins arrondis 5"/>
          <p:cNvSpPr/>
          <p:nvPr/>
        </p:nvSpPr>
        <p:spPr>
          <a:xfrm>
            <a:off x="542613" y="4560452"/>
            <a:ext cx="3670392" cy="376252"/>
          </a:xfrm>
          <a:prstGeom prst="round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468538" y="4611498"/>
            <a:ext cx="3960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Montserrat" panose="020B0604020202020204" charset="0"/>
              </a:rPr>
              <a:t>Soin des ecchymoses et contusions </a:t>
            </a:r>
          </a:p>
        </p:txBody>
      </p:sp>
    </p:spTree>
    <p:extLst>
      <p:ext uri="{BB962C8B-B14F-4D97-AF65-F5344CB8AC3E}">
        <p14:creationId xmlns:p14="http://schemas.microsoft.com/office/powerpoint/2010/main" val="395259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10776</TotalTime>
  <Words>219</Words>
  <Application>Microsoft Office PowerPoint</Application>
  <PresentationFormat>Affichage à l'écran (16:9)</PresentationFormat>
  <Paragraphs>56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2" baseType="lpstr">
      <vt:lpstr>Mongolian Baiti</vt:lpstr>
      <vt:lpstr>Montserrat Medium</vt:lpstr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201</cp:revision>
  <dcterms:modified xsi:type="dcterms:W3CDTF">2026-03-10T09:45:39Z</dcterms:modified>
</cp:coreProperties>
</file>