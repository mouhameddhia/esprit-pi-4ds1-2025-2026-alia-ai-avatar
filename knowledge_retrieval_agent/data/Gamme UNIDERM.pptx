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0"/>
  </p:notesMasterIdLst>
  <p:sldIdLst>
    <p:sldId id="307" r:id="rId2"/>
    <p:sldId id="433" r:id="rId3"/>
    <p:sldId id="445" r:id="rId4"/>
    <p:sldId id="446" r:id="rId5"/>
    <p:sldId id="447" r:id="rId6"/>
    <p:sldId id="448" r:id="rId7"/>
    <p:sldId id="449" r:id="rId8"/>
    <p:sldId id="450" r:id="rId9"/>
  </p:sldIdLst>
  <p:sldSz cx="9144000" cy="5143500" type="screen16x9"/>
  <p:notesSz cx="6858000" cy="9144000"/>
  <p:embeddedFontLst>
    <p:embeddedFont>
      <p:font typeface="Poppins" panose="020B0604020202020204" charset="0"/>
      <p:regular r:id="rId11"/>
      <p:bold r:id="rId12"/>
      <p:italic r:id="rId13"/>
      <p:boldItalic r:id="rId14"/>
    </p:embeddedFont>
    <p:embeddedFont>
      <p:font typeface="Montserrat" panose="020B0604020202020204" charset="0"/>
      <p:regular r:id="rId15"/>
      <p:bold r:id="rId16"/>
      <p:italic r:id="rId17"/>
      <p:boldItalic r:id="rId18"/>
    </p:embeddedFont>
    <p:embeddedFont>
      <p:font typeface="Oswald Medium" panose="020B0604020202020204" charset="0"/>
      <p:regular r:id="rId19"/>
      <p:bold r:id="rId20"/>
    </p:embeddedFont>
    <p:embeddedFont>
      <p:font typeface="Raleway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D4D"/>
    <a:srgbClr val="35535B"/>
    <a:srgbClr val="6D6D6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552" autoAdjust="0"/>
  </p:normalViewPr>
  <p:slideViewPr>
    <p:cSldViewPr snapToGrid="0">
      <p:cViewPr>
        <p:scale>
          <a:sx n="70" d="100"/>
          <a:sy n="70" d="100"/>
        </p:scale>
        <p:origin x="1284" y="61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373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9749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220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8048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9961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05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137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84421" y="333829"/>
            <a:ext cx="60379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800" cap="all" dirty="0" smtClean="0">
                <a:solidFill>
                  <a:srgbClr val="E14D4D"/>
                </a:solidFill>
              </a:rPr>
              <a:t/>
            </a:r>
            <a:br>
              <a:rPr lang="fr-FR" sz="4800" cap="all" dirty="0" smtClean="0">
                <a:solidFill>
                  <a:srgbClr val="E14D4D"/>
                </a:solidFill>
              </a:rPr>
            </a:br>
            <a:r>
              <a:rPr lang="fr-FR" sz="5400" cap="all" dirty="0" smtClean="0">
                <a:solidFill>
                  <a:srgbClr val="E14D4D"/>
                </a:solidFill>
              </a:rPr>
              <a:t>UNIDERM </a:t>
            </a:r>
            <a:endParaRPr lang="fr-FR" sz="54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249392" y="539750"/>
            <a:ext cx="1310164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8257" y="1143000"/>
            <a:ext cx="4000500" cy="4000500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1038215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err="1" smtClean="0">
                <a:latin typeface="Montserrat" panose="020B0604020202020204" charset="0"/>
              </a:rPr>
              <a:t>Anti-taches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Eclaircissant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288257" y="569269"/>
            <a:ext cx="4703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UNIDERM ATTENUE LES TACHES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096857"/>
            <a:ext cx="4309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Busserole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Arctostaphylos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uva-ursi)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Glycérine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56626"/>
              </p:ext>
            </p:extLst>
          </p:nvPr>
        </p:nvGraphicFramePr>
        <p:xfrm>
          <a:off x="4364705" y="3910175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121" y="4298234"/>
            <a:ext cx="669863" cy="7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3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354" y="1186777"/>
            <a:ext cx="3956723" cy="3956723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109236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Savon unifiant tonique et nourrissant, spécifique pour la peau mixte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21351"/>
            <a:ext cx="4703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UNIDERM PEAU MIXTE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212658"/>
            <a:ext cx="43094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nigelle (Nigelle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sativa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Busserole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Arctostaphylos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uva-ursi)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Thym (Thymus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de Romarin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d'arbre à thé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91868"/>
              </p:ext>
            </p:extLst>
          </p:nvPr>
        </p:nvGraphicFramePr>
        <p:xfrm>
          <a:off x="4364705" y="3910175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121" y="4298234"/>
            <a:ext cx="669863" cy="7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208" y="1203873"/>
            <a:ext cx="3817294" cy="3817294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108616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Savon unifiant et astringent, spécifique pour la peau grasse à tendance acnéique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24599"/>
            <a:ext cx="3943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>
                <a:solidFill>
                  <a:schemeClr val="bg1"/>
                </a:solidFill>
                <a:latin typeface="Montserrat" panose="020B0604020202020204" charset="0"/>
              </a:rPr>
              <a:t>UNIDERM PEAU </a:t>
            </a:r>
            <a:r>
              <a:rPr lang="fr-FR" sz="2200" dirty="0" smtClean="0">
                <a:solidFill>
                  <a:schemeClr val="bg1"/>
                </a:solidFill>
                <a:latin typeface="Montserrat" panose="020B0604020202020204" charset="0"/>
              </a:rPr>
              <a:t>GRASSE</a:t>
            </a:r>
            <a:endParaRPr lang="fr-FR" sz="22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266274"/>
            <a:ext cx="4309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de Citron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Busserole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Arctostaphylos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uva-ursi)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Bardane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Jappa L.)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Pissenlit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Taraxacum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officinale)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722965"/>
              </p:ext>
            </p:extLst>
          </p:nvPr>
        </p:nvGraphicFramePr>
        <p:xfrm>
          <a:off x="4364705" y="3910175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121" y="4298234"/>
            <a:ext cx="669863" cy="7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2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256" y="1250157"/>
            <a:ext cx="3736181" cy="3736181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108616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Savon nourrissant et hydratant, spécifique pour la peau sèche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24599"/>
            <a:ext cx="3943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UNIDERM PEAU </a:t>
            </a:r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SÈCHE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24146" y="2232051"/>
            <a:ext cx="4309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d'Argan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noix de coco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Germe de blé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Busserole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Arctostaphylos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uva-ursi)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514895"/>
              </p:ext>
            </p:extLst>
          </p:nvPr>
        </p:nvGraphicFramePr>
        <p:xfrm>
          <a:off x="4364705" y="3910175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121" y="4298234"/>
            <a:ext cx="669863" cy="7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3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18" y="1264444"/>
            <a:ext cx="3757612" cy="3757612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06579" y="1090389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Savon </a:t>
            </a:r>
            <a:r>
              <a:rPr lang="fr-FR" sz="1200" dirty="0">
                <a:latin typeface="Montserrat" panose="020B0604020202020204" charset="0"/>
              </a:rPr>
              <a:t>unifiant et apaisant, spécifique pour la peau sensible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39750"/>
            <a:ext cx="4703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UNIDERM PEAU SENSIBLE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096857"/>
            <a:ext cx="4309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Miel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Gel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Aloé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vera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d'Amande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Thé vert (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Camellia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sinensis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Busserole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Arctostaphylos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uva-ursi)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Camomille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Matricaria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 Medium" panose="00000600000000000000" pitchFamily="50" charset="0"/>
              </a:rPr>
              <a:t>recutita</a:t>
            </a:r>
            <a:r>
              <a:rPr lang="fr-FR" sz="1200" dirty="0" smtClean="0">
                <a:solidFill>
                  <a:srgbClr val="6D6D6D"/>
                </a:solidFill>
                <a:latin typeface="Montserrat Medium" panose="00000600000000000000" pitchFamily="50" charset="0"/>
              </a:rPr>
              <a:t>)</a:t>
            </a:r>
            <a:endParaRPr lang="fr-FR" sz="1200" dirty="0">
              <a:solidFill>
                <a:srgbClr val="6D6D6D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681796"/>
              </p:ext>
            </p:extLst>
          </p:nvPr>
        </p:nvGraphicFramePr>
        <p:xfrm>
          <a:off x="4364705" y="3910175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121" y="4298234"/>
            <a:ext cx="669863" cy="7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2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821906" y="997483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39750"/>
            <a:ext cx="4703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UNIDERM </a:t>
            </a: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CREME ANTITACHE</a:t>
            </a: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endParaRPr lang="fr-FR"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45</a:t>
            </a:r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121" y="4298234"/>
            <a:ext cx="669863" cy="706385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subTitle" idx="13"/>
          </p:nvPr>
        </p:nvSpPr>
        <p:spPr bwMode="auto">
          <a:xfrm>
            <a:off x="4275403" y="2124116"/>
            <a:ext cx="450010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 charset="0"/>
              </a:rPr>
              <a:t>Contribue à l’unification du teint et à l’atténuation des taches pigmentaires.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 charset="0"/>
              </a:rPr>
              <a:t>Favorise l’éclaircissement de</a:t>
            </a:r>
            <a:r>
              <a:rPr kumimoji="0" lang="fr-FR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 charset="0"/>
              </a:rPr>
              <a:t> la peau</a:t>
            </a:r>
            <a:r>
              <a:rPr kumimoji="0" lang="fr-F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 charset="0"/>
              </a:rPr>
              <a:t> et la réduction des irrégularités pigmentaires.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 charset="0"/>
              </a:rPr>
              <a:t>Aide à homogénéiser le teint et à diminuer l’apparence des taches cutanées.</a:t>
            </a:r>
          </a:p>
        </p:txBody>
      </p:sp>
      <p:pic>
        <p:nvPicPr>
          <p:cNvPr id="1027" name="Picture 3" descr="https://vital.com.tn/wp-content/uploads/2022/10/UNIDERM-creme-anti-tach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0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550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4098" y="554066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206007" y="579512"/>
            <a:ext cx="4703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UNIDERM </a:t>
            </a: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CREME ANTITACHE</a:t>
            </a: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endParaRPr lang="fr-FR"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134693" y="1328665"/>
            <a:ext cx="569554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Extrait sec de </a:t>
            </a:r>
            <a:r>
              <a:rPr lang="fr-FR" sz="1200" dirty="0" smtClean="0">
                <a:latin typeface="Montserrat" panose="020B0604020202020204" charset="0"/>
              </a:rPr>
              <a:t>busserole(</a:t>
            </a:r>
            <a:r>
              <a:rPr lang="fr-FR" sz="1200" dirty="0" err="1" smtClean="0">
                <a:latin typeface="Montserrat" panose="020B0604020202020204" charset="0"/>
              </a:rPr>
              <a:t>Arctostaphylos</a:t>
            </a:r>
            <a:r>
              <a:rPr lang="fr-FR" sz="1200" dirty="0" smtClean="0">
                <a:latin typeface="Montserrat" panose="020B0604020202020204" charset="0"/>
              </a:rPr>
              <a:t> uva-ursi)Feuille 1.35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Glycérine 1.35 </a:t>
            </a:r>
            <a:r>
              <a:rPr lang="fr-FR" sz="1200" dirty="0" smtClean="0">
                <a:latin typeface="Montserrat" panose="020B0604020202020204" charset="0"/>
              </a:rPr>
              <a:t>g</a:t>
            </a:r>
            <a:r>
              <a:rPr lang="es-ES" sz="1200" dirty="0" smtClean="0">
                <a:latin typeface="Montserrat" panose="020B0604020202020204" charset="0"/>
              </a:rPr>
              <a:t>(</a:t>
            </a:r>
            <a:r>
              <a:rPr lang="es-ES" sz="1200" dirty="0" err="1" smtClean="0">
                <a:latin typeface="Montserrat" panose="020B0604020202020204" charset="0"/>
              </a:rPr>
              <a:t>Niacinamide</a:t>
            </a:r>
            <a:r>
              <a:rPr lang="es-ES" sz="1200" dirty="0" smtClean="0">
                <a:latin typeface="Montserrat" panose="020B0604020202020204" charset="0"/>
              </a:rPr>
              <a:t> </a:t>
            </a:r>
            <a:r>
              <a:rPr lang="es-ES" sz="1200" dirty="0">
                <a:latin typeface="Montserrat" panose="020B0604020202020204" charset="0"/>
              </a:rPr>
              <a:t>(</a:t>
            </a:r>
            <a:r>
              <a:rPr lang="es-ES" sz="1200" dirty="0" err="1">
                <a:latin typeface="Montserrat" panose="020B0604020202020204" charset="0"/>
              </a:rPr>
              <a:t>vitamine</a:t>
            </a:r>
            <a:r>
              <a:rPr lang="es-ES" sz="1200" dirty="0">
                <a:latin typeface="Montserrat" panose="020B0604020202020204" charset="0"/>
              </a:rPr>
              <a:t> B3) 0.9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>
                <a:latin typeface="Montserrat" panose="020B0604020202020204" charset="0"/>
              </a:rPr>
              <a:t>Vitamine A acétate (0.3 %) 0.77g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Beurre de </a:t>
            </a:r>
            <a:r>
              <a:rPr lang="fr-FR" sz="1200" dirty="0" smtClean="0">
                <a:latin typeface="Montserrat" panose="020B0604020202020204" charset="0"/>
              </a:rPr>
              <a:t>Karité(</a:t>
            </a:r>
            <a:r>
              <a:rPr lang="fr-FR" sz="1200" dirty="0" err="1" smtClean="0">
                <a:latin typeface="Montserrat" panose="020B0604020202020204" charset="0"/>
              </a:rPr>
              <a:t>Butyrospermum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parkii</a:t>
            </a:r>
            <a:r>
              <a:rPr lang="fr-FR" sz="1200" i="1" dirty="0" smtClean="0">
                <a:latin typeface="Montserrat" panose="020B0604020202020204" charset="0"/>
              </a:rPr>
              <a:t>)</a:t>
            </a:r>
            <a:r>
              <a:rPr lang="fr-FR" sz="1200" dirty="0" smtClean="0">
                <a:latin typeface="Montserrat" panose="020B0604020202020204" charset="0"/>
              </a:rPr>
              <a:t>0.45g</a:t>
            </a: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de noix de coco 0.45g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Extrait sec de </a:t>
            </a:r>
            <a:r>
              <a:rPr lang="fr-FR" sz="1200" dirty="0" smtClean="0">
                <a:latin typeface="Montserrat" panose="020B0604020202020204" charset="0"/>
              </a:rPr>
              <a:t>réglisse(</a:t>
            </a:r>
            <a:r>
              <a:rPr lang="fr-FR" sz="1200" dirty="0" err="1" smtClean="0">
                <a:latin typeface="Montserrat" panose="020B0604020202020204" charset="0"/>
              </a:rPr>
              <a:t>Glycyrihizia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glabra</a:t>
            </a:r>
            <a:r>
              <a:rPr lang="fr-FR" sz="1200" dirty="0" smtClean="0">
                <a:latin typeface="Montserrat" panose="020B0604020202020204" charset="0"/>
              </a:rPr>
              <a:t>)0.45 </a:t>
            </a:r>
            <a:r>
              <a:rPr lang="fr-FR" sz="1200" dirty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d’amande </a:t>
            </a:r>
            <a:r>
              <a:rPr lang="fr-FR" sz="1200" dirty="0" smtClean="0">
                <a:latin typeface="Montserrat" panose="020B0604020202020204" charset="0"/>
              </a:rPr>
              <a:t>douce(</a:t>
            </a:r>
            <a:r>
              <a:rPr lang="fr-FR" sz="1200" dirty="0" err="1" smtClean="0">
                <a:latin typeface="Montserrat" panose="020B0604020202020204" charset="0"/>
              </a:rPr>
              <a:t>Prumus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amygdalus</a:t>
            </a:r>
            <a:r>
              <a:rPr lang="fr-FR" sz="1200" dirty="0" smtClean="0">
                <a:latin typeface="Montserrat" panose="020B0604020202020204" charset="0"/>
              </a:rPr>
              <a:t>)0.45g</a:t>
            </a: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Vitamine C (acide ascorbique) 0.45 </a:t>
            </a:r>
            <a:r>
              <a:rPr lang="fr-FR" sz="1200" dirty="0" smtClean="0">
                <a:latin typeface="Montserrat" panose="020B0604020202020204" charset="0"/>
              </a:rPr>
              <a:t>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D-</a:t>
            </a:r>
            <a:r>
              <a:rPr lang="fr-FR" sz="1200" dirty="0" err="1">
                <a:latin typeface="Montserrat" panose="020B0604020202020204" charset="0"/>
              </a:rPr>
              <a:t>panthénol</a:t>
            </a:r>
            <a:r>
              <a:rPr lang="fr-FR" sz="1200" dirty="0">
                <a:latin typeface="Montserrat" panose="020B0604020202020204" charset="0"/>
              </a:rPr>
              <a:t> 0.45 </a:t>
            </a:r>
            <a:r>
              <a:rPr lang="fr-FR" sz="1200" dirty="0" smtClean="0">
                <a:latin typeface="Montserrat" panose="020B0604020202020204" charset="0"/>
              </a:rPr>
              <a:t>g/</a:t>
            </a:r>
            <a:r>
              <a:rPr lang="fr-FR" sz="1200" dirty="0">
                <a:latin typeface="Montserrat" panose="020B0604020202020204" charset="0"/>
              </a:rPr>
              <a:t>Kaolin </a:t>
            </a:r>
            <a:r>
              <a:rPr lang="fr-FR" sz="1200" i="1" dirty="0" smtClean="0">
                <a:latin typeface="Montserrat" panose="020B0604020202020204" charset="0"/>
              </a:rPr>
              <a:t>0.23g</a:t>
            </a: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Gel d'</a:t>
            </a:r>
            <a:r>
              <a:rPr lang="fr-FR" sz="1200" dirty="0" err="1">
                <a:latin typeface="Montserrat" panose="020B0604020202020204" charset="0"/>
              </a:rPr>
              <a:t>aloés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vera</a:t>
            </a:r>
            <a:r>
              <a:rPr lang="fr-FR" sz="1200" dirty="0">
                <a:latin typeface="Montserrat" panose="020B0604020202020204" charset="0"/>
              </a:rPr>
              <a:t>(</a:t>
            </a:r>
            <a:r>
              <a:rPr lang="nn-NO" sz="1200" i="1" dirty="0" smtClean="0">
                <a:latin typeface="Montserrat" panose="020B0604020202020204" charset="0"/>
              </a:rPr>
              <a:t>Aloe </a:t>
            </a:r>
            <a:r>
              <a:rPr lang="nn-NO" sz="1200" i="1" dirty="0">
                <a:latin typeface="Montserrat" panose="020B0604020202020204" charset="0"/>
              </a:rPr>
              <a:t>barbadensis Mill. (= A. vera L.)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Suc concentré et séché provenant des feuilles </a:t>
            </a:r>
            <a:r>
              <a:rPr lang="fr-FR" sz="1200" i="1" dirty="0" smtClean="0">
                <a:latin typeface="Montserrat" panose="020B0604020202020204" charset="0"/>
              </a:rPr>
              <a:t>0.23g</a:t>
            </a:r>
            <a:endParaRPr lang="fr-FR" sz="1200" i="1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Vitamine E huile (100 </a:t>
            </a:r>
            <a:r>
              <a:rPr lang="fr-FR" sz="1200" dirty="0" smtClean="0">
                <a:latin typeface="Montserrat" panose="020B0604020202020204" charset="0"/>
              </a:rPr>
              <a:t>%)(DL-alpha-</a:t>
            </a:r>
            <a:r>
              <a:rPr lang="fr-FR" sz="1200" dirty="0" err="1" smtClean="0">
                <a:latin typeface="Montserrat" panose="020B0604020202020204" charset="0"/>
              </a:rPr>
              <a:t>Tocopherol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 smtClean="0">
                <a:latin typeface="Montserrat" panose="020B0604020202020204" charset="0"/>
              </a:rPr>
              <a:t>Acetate</a:t>
            </a:r>
            <a:r>
              <a:rPr lang="fr-FR" sz="1200" dirty="0" smtClean="0">
                <a:latin typeface="Montserrat" panose="020B0604020202020204" charset="0"/>
              </a:rPr>
              <a:t>)</a:t>
            </a:r>
            <a:r>
              <a:rPr lang="fr-FR" sz="1200" i="1" dirty="0" smtClean="0">
                <a:latin typeface="Montserrat" panose="020B0604020202020204" charset="0"/>
              </a:rPr>
              <a:t>0.18 g</a:t>
            </a:r>
            <a:endParaRPr lang="fr-FR" sz="1200" i="1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200" dirty="0" err="1">
                <a:latin typeface="Montserrat" panose="020B0604020202020204" charset="0"/>
              </a:rPr>
              <a:t>Sulfate</a:t>
            </a:r>
            <a:r>
              <a:rPr lang="nl-NL" sz="1200" dirty="0">
                <a:latin typeface="Montserrat" panose="020B0604020202020204" charset="0"/>
              </a:rPr>
              <a:t> de </a:t>
            </a:r>
            <a:r>
              <a:rPr lang="nl-NL" sz="1200" dirty="0" err="1">
                <a:latin typeface="Montserrat" panose="020B0604020202020204" charset="0"/>
              </a:rPr>
              <a:t>zinc</a:t>
            </a:r>
            <a:r>
              <a:rPr lang="nl-NL" sz="1200" dirty="0">
                <a:latin typeface="Montserrat" panose="020B0604020202020204" charset="0"/>
              </a:rPr>
              <a:t> </a:t>
            </a:r>
            <a:r>
              <a:rPr lang="nl-NL" sz="1200" i="1" dirty="0">
                <a:latin typeface="Montserrat" panose="020B0604020202020204" charset="0"/>
              </a:rPr>
              <a:t>0.05 g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45</a:t>
            </a:r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98648" y="374690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823818"/>
              </p:ext>
            </p:extLst>
          </p:nvPr>
        </p:nvGraphicFramePr>
        <p:xfrm>
          <a:off x="3821906" y="4228121"/>
          <a:ext cx="4502215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5554"/>
                <a:gridCol w="3376661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Usage quotidien </a:t>
                      </a:r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Appliquer 2 fois par jour en mouvements circulaires sur une peau parfaitement nettoyée.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121" y="4298234"/>
            <a:ext cx="669863" cy="706385"/>
          </a:xfrm>
          <a:prstGeom prst="rect">
            <a:avLst/>
          </a:prstGeom>
        </p:spPr>
      </p:pic>
      <p:pic>
        <p:nvPicPr>
          <p:cNvPr id="1027" name="Picture 3" descr="https://vital.com.tn/wp-content/uploads/2022/10/UNIDERM-creme-anti-tach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0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80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10751</TotalTime>
  <Words>399</Words>
  <Application>Microsoft Office PowerPoint</Application>
  <PresentationFormat>Affichage à l'écran (16:9)</PresentationFormat>
  <Paragraphs>100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Montserrat Medium</vt:lpstr>
      <vt:lpstr>Poppins</vt:lpstr>
      <vt:lpstr>Montserrat</vt:lpstr>
      <vt:lpstr>Oswald Medium</vt:lpstr>
      <vt:lpstr>Raleway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200</cp:revision>
  <dcterms:modified xsi:type="dcterms:W3CDTF">2026-03-10T10:05:07Z</dcterms:modified>
</cp:coreProperties>
</file>