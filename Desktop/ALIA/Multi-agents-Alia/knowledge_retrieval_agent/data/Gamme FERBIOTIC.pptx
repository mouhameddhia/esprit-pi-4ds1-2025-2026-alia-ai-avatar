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slideLayouts/slideLayout8.xml" ContentType="application/vnd.openxmlformats-officedocument.presentationml.slideLayout+xml"/>
  <Override PartName="/ppt/theme/theme5.xml" ContentType="application/vnd.openxmlformats-officedocument.theme+xml"/>
  <Override PartName="/ppt/slideLayouts/slideLayout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666" r:id="rId2"/>
    <p:sldMasterId id="2147483668" r:id="rId3"/>
    <p:sldMasterId id="2147483670" r:id="rId4"/>
    <p:sldMasterId id="2147483672" r:id="rId5"/>
    <p:sldMasterId id="2147483674" r:id="rId6"/>
  </p:sldMasterIdLst>
  <p:notesMasterIdLst>
    <p:notesMasterId r:id="rId13"/>
  </p:notesMasterIdLst>
  <p:sldIdLst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132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BFD5EC-6AC8-44EB-AF48-50381FC2E95B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753F8-5AF7-41E5-B779-7891F6BA78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8849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ac1b75c0d8_3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ac1b75c0d8_3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76687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50783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29272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06041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56604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68189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bg>
      <p:bgPr>
        <a:solidFill>
          <a:schemeClr val="dk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6241733" y="3100717"/>
            <a:ext cx="4671200" cy="8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ubTitle" idx="1"/>
          </p:nvPr>
        </p:nvSpPr>
        <p:spPr>
          <a:xfrm>
            <a:off x="6241733" y="3759040"/>
            <a:ext cx="3758400" cy="11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55" name="Google Shape;55;p7"/>
          <p:cNvGrpSpPr/>
          <p:nvPr/>
        </p:nvGrpSpPr>
        <p:grpSpPr>
          <a:xfrm flipH="1">
            <a:off x="720000" y="3263133"/>
            <a:ext cx="1418467" cy="4319667"/>
            <a:chOff x="146675" y="378750"/>
            <a:chExt cx="1063850" cy="3239750"/>
          </a:xfrm>
        </p:grpSpPr>
        <p:sp>
          <p:nvSpPr>
            <p:cNvPr id="56" name="Google Shape;56;p7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7" name="Google Shape;57;p7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8" name="Google Shape;58;p7"/>
            <p:cNvSpPr/>
            <p:nvPr/>
          </p:nvSpPr>
          <p:spPr>
            <a:xfrm>
              <a:off x="146675" y="37875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30693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>
            <a:off x="1018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subTitle" idx="1"/>
          </p:nvPr>
        </p:nvSpPr>
        <p:spPr>
          <a:xfrm>
            <a:off x="1018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grpSp>
        <p:nvGrpSpPr>
          <p:cNvPr id="73" name="Google Shape;73;p9"/>
          <p:cNvGrpSpPr/>
          <p:nvPr/>
        </p:nvGrpSpPr>
        <p:grpSpPr>
          <a:xfrm rot="5400000">
            <a:off x="9920633" y="3629300"/>
            <a:ext cx="1418467" cy="4319667"/>
            <a:chOff x="146675" y="378750"/>
            <a:chExt cx="1063850" cy="3239750"/>
          </a:xfrm>
        </p:grpSpPr>
        <p:sp>
          <p:nvSpPr>
            <p:cNvPr id="74" name="Google Shape;74;p9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5" name="Google Shape;75;p9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6" name="Google Shape;76;p9"/>
            <p:cNvSpPr/>
            <p:nvPr/>
          </p:nvSpPr>
          <p:spPr>
            <a:xfrm>
              <a:off x="146675" y="37875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32157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4438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3"/>
          <p:cNvSpPr/>
          <p:nvPr/>
        </p:nvSpPr>
        <p:spPr>
          <a:xfrm rot="5400000">
            <a:off x="2158000" y="-2019633"/>
            <a:ext cx="631200" cy="5989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98" name="Google Shape;98;p13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4709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1"/>
          </p:nvPr>
        </p:nvSpPr>
        <p:spPr>
          <a:xfrm>
            <a:off x="4238200" y="2564067"/>
            <a:ext cx="3715600" cy="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2"/>
          </p:nvPr>
        </p:nvSpPr>
        <p:spPr>
          <a:xfrm>
            <a:off x="4525367" y="3040067"/>
            <a:ext cx="31412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3"/>
          </p:nvPr>
        </p:nvSpPr>
        <p:spPr>
          <a:xfrm>
            <a:off x="418267" y="2564067"/>
            <a:ext cx="3715600" cy="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4"/>
          </p:nvPr>
        </p:nvSpPr>
        <p:spPr>
          <a:xfrm>
            <a:off x="705533" y="3040067"/>
            <a:ext cx="31412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subTitle" idx="5"/>
          </p:nvPr>
        </p:nvSpPr>
        <p:spPr>
          <a:xfrm>
            <a:off x="4238100" y="4837167"/>
            <a:ext cx="3715600" cy="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subTitle" idx="6"/>
          </p:nvPr>
        </p:nvSpPr>
        <p:spPr>
          <a:xfrm>
            <a:off x="4525367" y="5313167"/>
            <a:ext cx="31412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subTitle" idx="7"/>
          </p:nvPr>
        </p:nvSpPr>
        <p:spPr>
          <a:xfrm>
            <a:off x="418267" y="4837167"/>
            <a:ext cx="3715600" cy="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subTitle" idx="8"/>
          </p:nvPr>
        </p:nvSpPr>
        <p:spPr>
          <a:xfrm>
            <a:off x="705467" y="5313200"/>
            <a:ext cx="31412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subTitle" idx="9"/>
          </p:nvPr>
        </p:nvSpPr>
        <p:spPr>
          <a:xfrm>
            <a:off x="8058067" y="2564067"/>
            <a:ext cx="3715600" cy="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ubTitle" idx="13"/>
          </p:nvPr>
        </p:nvSpPr>
        <p:spPr>
          <a:xfrm>
            <a:off x="8345167" y="3040067"/>
            <a:ext cx="31412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subTitle" idx="14"/>
          </p:nvPr>
        </p:nvSpPr>
        <p:spPr>
          <a:xfrm>
            <a:off x="8058067" y="4837167"/>
            <a:ext cx="3715600" cy="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15"/>
          </p:nvPr>
        </p:nvSpPr>
        <p:spPr>
          <a:xfrm>
            <a:off x="8345167" y="5313167"/>
            <a:ext cx="31412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title" idx="16" hasCustomPrompt="1"/>
          </p:nvPr>
        </p:nvSpPr>
        <p:spPr>
          <a:xfrm>
            <a:off x="1609733" y="1695400"/>
            <a:ext cx="1332800" cy="9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2" name="Google Shape;112;p13"/>
          <p:cNvSpPr txBox="1">
            <a:spLocks noGrp="1"/>
          </p:cNvSpPr>
          <p:nvPr>
            <p:ph type="title" idx="17" hasCustomPrompt="1"/>
          </p:nvPr>
        </p:nvSpPr>
        <p:spPr>
          <a:xfrm>
            <a:off x="1609733" y="3968600"/>
            <a:ext cx="1332800" cy="9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3" name="Google Shape;113;p13"/>
          <p:cNvSpPr txBox="1">
            <a:spLocks noGrp="1"/>
          </p:cNvSpPr>
          <p:nvPr>
            <p:ph type="title" idx="18" hasCustomPrompt="1"/>
          </p:nvPr>
        </p:nvSpPr>
        <p:spPr>
          <a:xfrm>
            <a:off x="5429517" y="1695400"/>
            <a:ext cx="1332800" cy="9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4" name="Google Shape;114;p13"/>
          <p:cNvSpPr txBox="1">
            <a:spLocks noGrp="1"/>
          </p:cNvSpPr>
          <p:nvPr>
            <p:ph type="title" idx="19" hasCustomPrompt="1"/>
          </p:nvPr>
        </p:nvSpPr>
        <p:spPr>
          <a:xfrm>
            <a:off x="5429600" y="3968600"/>
            <a:ext cx="1332800" cy="9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5" name="Google Shape;115;p13"/>
          <p:cNvSpPr txBox="1">
            <a:spLocks noGrp="1"/>
          </p:cNvSpPr>
          <p:nvPr>
            <p:ph type="title" idx="20" hasCustomPrompt="1"/>
          </p:nvPr>
        </p:nvSpPr>
        <p:spPr>
          <a:xfrm>
            <a:off x="9249367" y="1695400"/>
            <a:ext cx="1332800" cy="9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6" name="Google Shape;116;p13"/>
          <p:cNvSpPr txBox="1">
            <a:spLocks noGrp="1"/>
          </p:cNvSpPr>
          <p:nvPr>
            <p:ph type="title" idx="21" hasCustomPrompt="1"/>
          </p:nvPr>
        </p:nvSpPr>
        <p:spPr>
          <a:xfrm>
            <a:off x="9249367" y="3968600"/>
            <a:ext cx="1332800" cy="9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grpSp>
        <p:nvGrpSpPr>
          <p:cNvPr id="117" name="Google Shape;117;p13"/>
          <p:cNvGrpSpPr/>
          <p:nvPr/>
        </p:nvGrpSpPr>
        <p:grpSpPr>
          <a:xfrm flipH="1">
            <a:off x="10879626" y="-1730367"/>
            <a:ext cx="894033" cy="3526100"/>
            <a:chOff x="540000" y="973925"/>
            <a:chExt cx="670525" cy="2644575"/>
          </a:xfrm>
        </p:grpSpPr>
        <p:sp>
          <p:nvSpPr>
            <p:cNvPr id="118" name="Google Shape;118;p13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20356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2"/>
          <p:cNvSpPr/>
          <p:nvPr/>
        </p:nvSpPr>
        <p:spPr>
          <a:xfrm rot="5400000">
            <a:off x="2158000" y="-2019633"/>
            <a:ext cx="631200" cy="5989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  <a:buFont typeface="Arial"/>
              <a:buNone/>
            </a:pPr>
            <a:endParaRPr sz="1867" kern="0">
              <a:solidFill>
                <a:srgbClr val="000000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42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47096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8" name="Google Shape;18;p42"/>
          <p:cNvSpPr txBox="1">
            <a:spLocks noGrp="1"/>
          </p:cNvSpPr>
          <p:nvPr>
            <p:ph type="subTitle" idx="1"/>
          </p:nvPr>
        </p:nvSpPr>
        <p:spPr>
          <a:xfrm>
            <a:off x="4238200" y="2564067"/>
            <a:ext cx="3715600" cy="4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9" name="Google Shape;19;p42"/>
          <p:cNvSpPr txBox="1">
            <a:spLocks noGrp="1"/>
          </p:cNvSpPr>
          <p:nvPr>
            <p:ph type="subTitle" idx="2"/>
          </p:nvPr>
        </p:nvSpPr>
        <p:spPr>
          <a:xfrm>
            <a:off x="4525367" y="3040067"/>
            <a:ext cx="3141200" cy="8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2"/>
          <p:cNvSpPr txBox="1">
            <a:spLocks noGrp="1"/>
          </p:cNvSpPr>
          <p:nvPr>
            <p:ph type="subTitle" idx="3"/>
          </p:nvPr>
        </p:nvSpPr>
        <p:spPr>
          <a:xfrm>
            <a:off x="418267" y="2564067"/>
            <a:ext cx="3715600" cy="4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21" name="Google Shape;21;p42"/>
          <p:cNvSpPr txBox="1">
            <a:spLocks noGrp="1"/>
          </p:cNvSpPr>
          <p:nvPr>
            <p:ph type="subTitle" idx="4"/>
          </p:nvPr>
        </p:nvSpPr>
        <p:spPr>
          <a:xfrm>
            <a:off x="705533" y="3040067"/>
            <a:ext cx="3141200" cy="8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2"/>
          <p:cNvSpPr txBox="1">
            <a:spLocks noGrp="1"/>
          </p:cNvSpPr>
          <p:nvPr>
            <p:ph type="subTitle" idx="5"/>
          </p:nvPr>
        </p:nvSpPr>
        <p:spPr>
          <a:xfrm>
            <a:off x="4238100" y="4837167"/>
            <a:ext cx="3715600" cy="4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23" name="Google Shape;23;p42"/>
          <p:cNvSpPr txBox="1">
            <a:spLocks noGrp="1"/>
          </p:cNvSpPr>
          <p:nvPr>
            <p:ph type="subTitle" idx="6"/>
          </p:nvPr>
        </p:nvSpPr>
        <p:spPr>
          <a:xfrm>
            <a:off x="4525367" y="5313167"/>
            <a:ext cx="3141200" cy="8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2"/>
          <p:cNvSpPr txBox="1">
            <a:spLocks noGrp="1"/>
          </p:cNvSpPr>
          <p:nvPr>
            <p:ph type="subTitle" idx="7"/>
          </p:nvPr>
        </p:nvSpPr>
        <p:spPr>
          <a:xfrm>
            <a:off x="418267" y="4837167"/>
            <a:ext cx="3715600" cy="4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25" name="Google Shape;25;p42"/>
          <p:cNvSpPr txBox="1">
            <a:spLocks noGrp="1"/>
          </p:cNvSpPr>
          <p:nvPr>
            <p:ph type="subTitle" idx="8"/>
          </p:nvPr>
        </p:nvSpPr>
        <p:spPr>
          <a:xfrm>
            <a:off x="705467" y="5313200"/>
            <a:ext cx="3141200" cy="8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2"/>
          <p:cNvSpPr txBox="1">
            <a:spLocks noGrp="1"/>
          </p:cNvSpPr>
          <p:nvPr>
            <p:ph type="subTitle" idx="9"/>
          </p:nvPr>
        </p:nvSpPr>
        <p:spPr>
          <a:xfrm>
            <a:off x="8058067" y="2564067"/>
            <a:ext cx="3715600" cy="4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27" name="Google Shape;27;p42"/>
          <p:cNvSpPr txBox="1">
            <a:spLocks noGrp="1"/>
          </p:cNvSpPr>
          <p:nvPr>
            <p:ph type="subTitle" idx="13"/>
          </p:nvPr>
        </p:nvSpPr>
        <p:spPr>
          <a:xfrm>
            <a:off x="8345167" y="3040067"/>
            <a:ext cx="3141200" cy="8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2"/>
          <p:cNvSpPr txBox="1">
            <a:spLocks noGrp="1"/>
          </p:cNvSpPr>
          <p:nvPr>
            <p:ph type="subTitle" idx="14"/>
          </p:nvPr>
        </p:nvSpPr>
        <p:spPr>
          <a:xfrm>
            <a:off x="8058067" y="4837167"/>
            <a:ext cx="3715600" cy="4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29" name="Google Shape;29;p42"/>
          <p:cNvSpPr txBox="1">
            <a:spLocks noGrp="1"/>
          </p:cNvSpPr>
          <p:nvPr>
            <p:ph type="subTitle" idx="15"/>
          </p:nvPr>
        </p:nvSpPr>
        <p:spPr>
          <a:xfrm>
            <a:off x="8345167" y="5313167"/>
            <a:ext cx="3141200" cy="8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2"/>
          <p:cNvSpPr txBox="1">
            <a:spLocks noGrp="1"/>
          </p:cNvSpPr>
          <p:nvPr>
            <p:ph type="title" idx="16"/>
          </p:nvPr>
        </p:nvSpPr>
        <p:spPr>
          <a:xfrm>
            <a:off x="1609733" y="1695400"/>
            <a:ext cx="1332800" cy="9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1" name="Google Shape;31;p42"/>
          <p:cNvSpPr txBox="1">
            <a:spLocks noGrp="1"/>
          </p:cNvSpPr>
          <p:nvPr>
            <p:ph type="title" idx="17"/>
          </p:nvPr>
        </p:nvSpPr>
        <p:spPr>
          <a:xfrm>
            <a:off x="1609733" y="3968600"/>
            <a:ext cx="1332800" cy="9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2" name="Google Shape;32;p42"/>
          <p:cNvSpPr txBox="1">
            <a:spLocks noGrp="1"/>
          </p:cNvSpPr>
          <p:nvPr>
            <p:ph type="title" idx="18"/>
          </p:nvPr>
        </p:nvSpPr>
        <p:spPr>
          <a:xfrm>
            <a:off x="5429517" y="1695400"/>
            <a:ext cx="1332800" cy="9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3" name="Google Shape;33;p42"/>
          <p:cNvSpPr txBox="1">
            <a:spLocks noGrp="1"/>
          </p:cNvSpPr>
          <p:nvPr>
            <p:ph type="title" idx="19"/>
          </p:nvPr>
        </p:nvSpPr>
        <p:spPr>
          <a:xfrm>
            <a:off x="5429600" y="3968600"/>
            <a:ext cx="1332800" cy="9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4" name="Google Shape;34;p42"/>
          <p:cNvSpPr txBox="1">
            <a:spLocks noGrp="1"/>
          </p:cNvSpPr>
          <p:nvPr>
            <p:ph type="title" idx="20"/>
          </p:nvPr>
        </p:nvSpPr>
        <p:spPr>
          <a:xfrm>
            <a:off x="9249367" y="1695400"/>
            <a:ext cx="1332800" cy="9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5" name="Google Shape;35;p42"/>
          <p:cNvSpPr txBox="1">
            <a:spLocks noGrp="1"/>
          </p:cNvSpPr>
          <p:nvPr>
            <p:ph type="title" idx="21"/>
          </p:nvPr>
        </p:nvSpPr>
        <p:spPr>
          <a:xfrm>
            <a:off x="9249367" y="3968600"/>
            <a:ext cx="1332800" cy="9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grpSp>
        <p:nvGrpSpPr>
          <p:cNvPr id="36" name="Google Shape;36;p42"/>
          <p:cNvGrpSpPr/>
          <p:nvPr/>
        </p:nvGrpSpPr>
        <p:grpSpPr>
          <a:xfrm flipH="1">
            <a:off x="10879626" y="-1730367"/>
            <a:ext cx="894033" cy="3526100"/>
            <a:chOff x="540000" y="973925"/>
            <a:chExt cx="670525" cy="2644575"/>
          </a:xfrm>
        </p:grpSpPr>
        <p:sp>
          <p:nvSpPr>
            <p:cNvPr id="37" name="Google Shape;37;p42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  <a:buFont typeface="Arial"/>
                <a:buNone/>
              </a:pPr>
              <a:endParaRPr sz="1867" kern="0">
                <a:solidFill>
                  <a:srgbClr val="000000"/>
                </a:solidFill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42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  <a:buFont typeface="Arial"/>
                <a:buNone/>
              </a:pPr>
              <a:endParaRPr sz="1867" kern="0">
                <a:solidFill>
                  <a:srgbClr val="000000"/>
                </a:solidFill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16689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2"/>
          <p:cNvSpPr/>
          <p:nvPr/>
        </p:nvSpPr>
        <p:spPr>
          <a:xfrm rot="5400000">
            <a:off x="2158000" y="-2019633"/>
            <a:ext cx="631200" cy="5989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  <a:buFont typeface="Arial"/>
              <a:buNone/>
            </a:pPr>
            <a:endParaRPr sz="1867" kern="0">
              <a:solidFill>
                <a:srgbClr val="000000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42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47096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8" name="Google Shape;18;p42"/>
          <p:cNvSpPr txBox="1">
            <a:spLocks noGrp="1"/>
          </p:cNvSpPr>
          <p:nvPr>
            <p:ph type="subTitle" idx="1"/>
          </p:nvPr>
        </p:nvSpPr>
        <p:spPr>
          <a:xfrm>
            <a:off x="4238200" y="2564067"/>
            <a:ext cx="3715600" cy="4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9" name="Google Shape;19;p42"/>
          <p:cNvSpPr txBox="1">
            <a:spLocks noGrp="1"/>
          </p:cNvSpPr>
          <p:nvPr>
            <p:ph type="subTitle" idx="2"/>
          </p:nvPr>
        </p:nvSpPr>
        <p:spPr>
          <a:xfrm>
            <a:off x="4525367" y="3040067"/>
            <a:ext cx="3141200" cy="8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2"/>
          <p:cNvSpPr txBox="1">
            <a:spLocks noGrp="1"/>
          </p:cNvSpPr>
          <p:nvPr>
            <p:ph type="subTitle" idx="3"/>
          </p:nvPr>
        </p:nvSpPr>
        <p:spPr>
          <a:xfrm>
            <a:off x="418267" y="2564067"/>
            <a:ext cx="3715600" cy="4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21" name="Google Shape;21;p42"/>
          <p:cNvSpPr txBox="1">
            <a:spLocks noGrp="1"/>
          </p:cNvSpPr>
          <p:nvPr>
            <p:ph type="subTitle" idx="4"/>
          </p:nvPr>
        </p:nvSpPr>
        <p:spPr>
          <a:xfrm>
            <a:off x="705533" y="3040067"/>
            <a:ext cx="3141200" cy="8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2"/>
          <p:cNvSpPr txBox="1">
            <a:spLocks noGrp="1"/>
          </p:cNvSpPr>
          <p:nvPr>
            <p:ph type="subTitle" idx="5"/>
          </p:nvPr>
        </p:nvSpPr>
        <p:spPr>
          <a:xfrm>
            <a:off x="4238100" y="4837167"/>
            <a:ext cx="3715600" cy="4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23" name="Google Shape;23;p42"/>
          <p:cNvSpPr txBox="1">
            <a:spLocks noGrp="1"/>
          </p:cNvSpPr>
          <p:nvPr>
            <p:ph type="subTitle" idx="6"/>
          </p:nvPr>
        </p:nvSpPr>
        <p:spPr>
          <a:xfrm>
            <a:off x="4525367" y="5313167"/>
            <a:ext cx="3141200" cy="8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2"/>
          <p:cNvSpPr txBox="1">
            <a:spLocks noGrp="1"/>
          </p:cNvSpPr>
          <p:nvPr>
            <p:ph type="subTitle" idx="7"/>
          </p:nvPr>
        </p:nvSpPr>
        <p:spPr>
          <a:xfrm>
            <a:off x="418267" y="4837167"/>
            <a:ext cx="3715600" cy="4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25" name="Google Shape;25;p42"/>
          <p:cNvSpPr txBox="1">
            <a:spLocks noGrp="1"/>
          </p:cNvSpPr>
          <p:nvPr>
            <p:ph type="subTitle" idx="8"/>
          </p:nvPr>
        </p:nvSpPr>
        <p:spPr>
          <a:xfrm>
            <a:off x="705467" y="5313200"/>
            <a:ext cx="3141200" cy="8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2"/>
          <p:cNvSpPr txBox="1">
            <a:spLocks noGrp="1"/>
          </p:cNvSpPr>
          <p:nvPr>
            <p:ph type="subTitle" idx="9"/>
          </p:nvPr>
        </p:nvSpPr>
        <p:spPr>
          <a:xfrm>
            <a:off x="8058067" y="2564067"/>
            <a:ext cx="3715600" cy="4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27" name="Google Shape;27;p42"/>
          <p:cNvSpPr txBox="1">
            <a:spLocks noGrp="1"/>
          </p:cNvSpPr>
          <p:nvPr>
            <p:ph type="subTitle" idx="13"/>
          </p:nvPr>
        </p:nvSpPr>
        <p:spPr>
          <a:xfrm>
            <a:off x="8345167" y="3040067"/>
            <a:ext cx="3141200" cy="8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2"/>
          <p:cNvSpPr txBox="1">
            <a:spLocks noGrp="1"/>
          </p:cNvSpPr>
          <p:nvPr>
            <p:ph type="subTitle" idx="14"/>
          </p:nvPr>
        </p:nvSpPr>
        <p:spPr>
          <a:xfrm>
            <a:off x="8058067" y="4837167"/>
            <a:ext cx="3715600" cy="4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29" name="Google Shape;29;p42"/>
          <p:cNvSpPr txBox="1">
            <a:spLocks noGrp="1"/>
          </p:cNvSpPr>
          <p:nvPr>
            <p:ph type="subTitle" idx="15"/>
          </p:nvPr>
        </p:nvSpPr>
        <p:spPr>
          <a:xfrm>
            <a:off x="8345167" y="5313167"/>
            <a:ext cx="3141200" cy="8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2"/>
          <p:cNvSpPr txBox="1">
            <a:spLocks noGrp="1"/>
          </p:cNvSpPr>
          <p:nvPr>
            <p:ph type="title" idx="16"/>
          </p:nvPr>
        </p:nvSpPr>
        <p:spPr>
          <a:xfrm>
            <a:off x="1609733" y="1695400"/>
            <a:ext cx="1332800" cy="9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1" name="Google Shape;31;p42"/>
          <p:cNvSpPr txBox="1">
            <a:spLocks noGrp="1"/>
          </p:cNvSpPr>
          <p:nvPr>
            <p:ph type="title" idx="17"/>
          </p:nvPr>
        </p:nvSpPr>
        <p:spPr>
          <a:xfrm>
            <a:off x="1609733" y="3968600"/>
            <a:ext cx="1332800" cy="9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2" name="Google Shape;32;p42"/>
          <p:cNvSpPr txBox="1">
            <a:spLocks noGrp="1"/>
          </p:cNvSpPr>
          <p:nvPr>
            <p:ph type="title" idx="18"/>
          </p:nvPr>
        </p:nvSpPr>
        <p:spPr>
          <a:xfrm>
            <a:off x="5429517" y="1695400"/>
            <a:ext cx="1332800" cy="9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3" name="Google Shape;33;p42"/>
          <p:cNvSpPr txBox="1">
            <a:spLocks noGrp="1"/>
          </p:cNvSpPr>
          <p:nvPr>
            <p:ph type="title" idx="19"/>
          </p:nvPr>
        </p:nvSpPr>
        <p:spPr>
          <a:xfrm>
            <a:off x="5429600" y="3968600"/>
            <a:ext cx="1332800" cy="9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4" name="Google Shape;34;p42"/>
          <p:cNvSpPr txBox="1">
            <a:spLocks noGrp="1"/>
          </p:cNvSpPr>
          <p:nvPr>
            <p:ph type="title" idx="20"/>
          </p:nvPr>
        </p:nvSpPr>
        <p:spPr>
          <a:xfrm>
            <a:off x="9249367" y="1695400"/>
            <a:ext cx="1332800" cy="9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5" name="Google Shape;35;p42"/>
          <p:cNvSpPr txBox="1">
            <a:spLocks noGrp="1"/>
          </p:cNvSpPr>
          <p:nvPr>
            <p:ph type="title" idx="21"/>
          </p:nvPr>
        </p:nvSpPr>
        <p:spPr>
          <a:xfrm>
            <a:off x="9249367" y="3968600"/>
            <a:ext cx="1332800" cy="9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grpSp>
        <p:nvGrpSpPr>
          <p:cNvPr id="36" name="Google Shape;36;p42"/>
          <p:cNvGrpSpPr/>
          <p:nvPr/>
        </p:nvGrpSpPr>
        <p:grpSpPr>
          <a:xfrm flipH="1">
            <a:off x="10879626" y="-1730367"/>
            <a:ext cx="894033" cy="3526100"/>
            <a:chOff x="540000" y="973925"/>
            <a:chExt cx="670525" cy="2644575"/>
          </a:xfrm>
        </p:grpSpPr>
        <p:sp>
          <p:nvSpPr>
            <p:cNvPr id="37" name="Google Shape;37;p42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  <a:buFont typeface="Arial"/>
                <a:buNone/>
              </a:pPr>
              <a:endParaRPr sz="1867" kern="0">
                <a:solidFill>
                  <a:srgbClr val="000000"/>
                </a:solidFill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42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  <a:buFont typeface="Arial"/>
                <a:buNone/>
              </a:pPr>
              <a:endParaRPr sz="1867" kern="0">
                <a:solidFill>
                  <a:srgbClr val="000000"/>
                </a:solidFill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02429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2"/>
          <p:cNvSpPr/>
          <p:nvPr/>
        </p:nvSpPr>
        <p:spPr>
          <a:xfrm rot="5400000">
            <a:off x="2158000" y="-2019633"/>
            <a:ext cx="631200" cy="5989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  <a:buFont typeface="Arial"/>
              <a:buNone/>
            </a:pPr>
            <a:endParaRPr sz="1867" kern="0">
              <a:solidFill>
                <a:srgbClr val="000000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42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47096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8" name="Google Shape;18;p42"/>
          <p:cNvSpPr txBox="1">
            <a:spLocks noGrp="1"/>
          </p:cNvSpPr>
          <p:nvPr>
            <p:ph type="subTitle" idx="1"/>
          </p:nvPr>
        </p:nvSpPr>
        <p:spPr>
          <a:xfrm>
            <a:off x="4238200" y="2564067"/>
            <a:ext cx="3715600" cy="4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9" name="Google Shape;19;p42"/>
          <p:cNvSpPr txBox="1">
            <a:spLocks noGrp="1"/>
          </p:cNvSpPr>
          <p:nvPr>
            <p:ph type="subTitle" idx="2"/>
          </p:nvPr>
        </p:nvSpPr>
        <p:spPr>
          <a:xfrm>
            <a:off x="4525367" y="3040067"/>
            <a:ext cx="3141200" cy="8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2"/>
          <p:cNvSpPr txBox="1">
            <a:spLocks noGrp="1"/>
          </p:cNvSpPr>
          <p:nvPr>
            <p:ph type="subTitle" idx="3"/>
          </p:nvPr>
        </p:nvSpPr>
        <p:spPr>
          <a:xfrm>
            <a:off x="418267" y="2564067"/>
            <a:ext cx="3715600" cy="4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21" name="Google Shape;21;p42"/>
          <p:cNvSpPr txBox="1">
            <a:spLocks noGrp="1"/>
          </p:cNvSpPr>
          <p:nvPr>
            <p:ph type="subTitle" idx="4"/>
          </p:nvPr>
        </p:nvSpPr>
        <p:spPr>
          <a:xfrm>
            <a:off x="705533" y="3040067"/>
            <a:ext cx="3141200" cy="8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2"/>
          <p:cNvSpPr txBox="1">
            <a:spLocks noGrp="1"/>
          </p:cNvSpPr>
          <p:nvPr>
            <p:ph type="subTitle" idx="5"/>
          </p:nvPr>
        </p:nvSpPr>
        <p:spPr>
          <a:xfrm>
            <a:off x="4238100" y="4837167"/>
            <a:ext cx="3715600" cy="4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23" name="Google Shape;23;p42"/>
          <p:cNvSpPr txBox="1">
            <a:spLocks noGrp="1"/>
          </p:cNvSpPr>
          <p:nvPr>
            <p:ph type="subTitle" idx="6"/>
          </p:nvPr>
        </p:nvSpPr>
        <p:spPr>
          <a:xfrm>
            <a:off x="4525367" y="5313167"/>
            <a:ext cx="3141200" cy="8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2"/>
          <p:cNvSpPr txBox="1">
            <a:spLocks noGrp="1"/>
          </p:cNvSpPr>
          <p:nvPr>
            <p:ph type="subTitle" idx="7"/>
          </p:nvPr>
        </p:nvSpPr>
        <p:spPr>
          <a:xfrm>
            <a:off x="418267" y="4837167"/>
            <a:ext cx="3715600" cy="4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25" name="Google Shape;25;p42"/>
          <p:cNvSpPr txBox="1">
            <a:spLocks noGrp="1"/>
          </p:cNvSpPr>
          <p:nvPr>
            <p:ph type="subTitle" idx="8"/>
          </p:nvPr>
        </p:nvSpPr>
        <p:spPr>
          <a:xfrm>
            <a:off x="705467" y="5313200"/>
            <a:ext cx="3141200" cy="8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2"/>
          <p:cNvSpPr txBox="1">
            <a:spLocks noGrp="1"/>
          </p:cNvSpPr>
          <p:nvPr>
            <p:ph type="subTitle" idx="9"/>
          </p:nvPr>
        </p:nvSpPr>
        <p:spPr>
          <a:xfrm>
            <a:off x="8058067" y="2564067"/>
            <a:ext cx="3715600" cy="4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27" name="Google Shape;27;p42"/>
          <p:cNvSpPr txBox="1">
            <a:spLocks noGrp="1"/>
          </p:cNvSpPr>
          <p:nvPr>
            <p:ph type="subTitle" idx="13"/>
          </p:nvPr>
        </p:nvSpPr>
        <p:spPr>
          <a:xfrm>
            <a:off x="8345167" y="3040067"/>
            <a:ext cx="3141200" cy="8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2"/>
          <p:cNvSpPr txBox="1">
            <a:spLocks noGrp="1"/>
          </p:cNvSpPr>
          <p:nvPr>
            <p:ph type="subTitle" idx="14"/>
          </p:nvPr>
        </p:nvSpPr>
        <p:spPr>
          <a:xfrm>
            <a:off x="8058067" y="4837167"/>
            <a:ext cx="3715600" cy="4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29" name="Google Shape;29;p42"/>
          <p:cNvSpPr txBox="1">
            <a:spLocks noGrp="1"/>
          </p:cNvSpPr>
          <p:nvPr>
            <p:ph type="subTitle" idx="15"/>
          </p:nvPr>
        </p:nvSpPr>
        <p:spPr>
          <a:xfrm>
            <a:off x="8345167" y="5313167"/>
            <a:ext cx="3141200" cy="8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2"/>
          <p:cNvSpPr txBox="1">
            <a:spLocks noGrp="1"/>
          </p:cNvSpPr>
          <p:nvPr>
            <p:ph type="title" idx="16"/>
          </p:nvPr>
        </p:nvSpPr>
        <p:spPr>
          <a:xfrm>
            <a:off x="1609733" y="1695400"/>
            <a:ext cx="1332800" cy="9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1" name="Google Shape;31;p42"/>
          <p:cNvSpPr txBox="1">
            <a:spLocks noGrp="1"/>
          </p:cNvSpPr>
          <p:nvPr>
            <p:ph type="title" idx="17"/>
          </p:nvPr>
        </p:nvSpPr>
        <p:spPr>
          <a:xfrm>
            <a:off x="1609733" y="3968600"/>
            <a:ext cx="1332800" cy="9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2" name="Google Shape;32;p42"/>
          <p:cNvSpPr txBox="1">
            <a:spLocks noGrp="1"/>
          </p:cNvSpPr>
          <p:nvPr>
            <p:ph type="title" idx="18"/>
          </p:nvPr>
        </p:nvSpPr>
        <p:spPr>
          <a:xfrm>
            <a:off x="5429517" y="1695400"/>
            <a:ext cx="1332800" cy="9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3" name="Google Shape;33;p42"/>
          <p:cNvSpPr txBox="1">
            <a:spLocks noGrp="1"/>
          </p:cNvSpPr>
          <p:nvPr>
            <p:ph type="title" idx="19"/>
          </p:nvPr>
        </p:nvSpPr>
        <p:spPr>
          <a:xfrm>
            <a:off x="5429600" y="3968600"/>
            <a:ext cx="1332800" cy="9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4" name="Google Shape;34;p42"/>
          <p:cNvSpPr txBox="1">
            <a:spLocks noGrp="1"/>
          </p:cNvSpPr>
          <p:nvPr>
            <p:ph type="title" idx="20"/>
          </p:nvPr>
        </p:nvSpPr>
        <p:spPr>
          <a:xfrm>
            <a:off x="9249367" y="1695400"/>
            <a:ext cx="1332800" cy="9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5" name="Google Shape;35;p42"/>
          <p:cNvSpPr txBox="1">
            <a:spLocks noGrp="1"/>
          </p:cNvSpPr>
          <p:nvPr>
            <p:ph type="title" idx="21"/>
          </p:nvPr>
        </p:nvSpPr>
        <p:spPr>
          <a:xfrm>
            <a:off x="9249367" y="3968600"/>
            <a:ext cx="1332800" cy="9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grpSp>
        <p:nvGrpSpPr>
          <p:cNvPr id="36" name="Google Shape;36;p42"/>
          <p:cNvGrpSpPr/>
          <p:nvPr/>
        </p:nvGrpSpPr>
        <p:grpSpPr>
          <a:xfrm flipH="1">
            <a:off x="10879626" y="-1730367"/>
            <a:ext cx="894033" cy="3526100"/>
            <a:chOff x="540000" y="973925"/>
            <a:chExt cx="670525" cy="2644575"/>
          </a:xfrm>
        </p:grpSpPr>
        <p:sp>
          <p:nvSpPr>
            <p:cNvPr id="37" name="Google Shape;37;p42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  <a:buFont typeface="Arial"/>
                <a:buNone/>
              </a:pPr>
              <a:endParaRPr sz="1867" kern="0">
                <a:solidFill>
                  <a:srgbClr val="000000"/>
                </a:solidFill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42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  <a:buFont typeface="Arial"/>
                <a:buNone/>
              </a:pPr>
              <a:endParaRPr sz="1867" kern="0">
                <a:solidFill>
                  <a:srgbClr val="000000"/>
                </a:solidFill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46707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2"/>
          <p:cNvSpPr/>
          <p:nvPr/>
        </p:nvSpPr>
        <p:spPr>
          <a:xfrm rot="5400000">
            <a:off x="2158000" y="-2019633"/>
            <a:ext cx="631200" cy="5989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  <a:buFont typeface="Arial"/>
              <a:buNone/>
            </a:pPr>
            <a:endParaRPr sz="1867" kern="0">
              <a:solidFill>
                <a:srgbClr val="000000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42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47096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8" name="Google Shape;18;p42"/>
          <p:cNvSpPr txBox="1">
            <a:spLocks noGrp="1"/>
          </p:cNvSpPr>
          <p:nvPr>
            <p:ph type="subTitle" idx="1"/>
          </p:nvPr>
        </p:nvSpPr>
        <p:spPr>
          <a:xfrm>
            <a:off x="4238200" y="2564067"/>
            <a:ext cx="3715600" cy="4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9" name="Google Shape;19;p42"/>
          <p:cNvSpPr txBox="1">
            <a:spLocks noGrp="1"/>
          </p:cNvSpPr>
          <p:nvPr>
            <p:ph type="subTitle" idx="2"/>
          </p:nvPr>
        </p:nvSpPr>
        <p:spPr>
          <a:xfrm>
            <a:off x="4525367" y="3040067"/>
            <a:ext cx="3141200" cy="8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2"/>
          <p:cNvSpPr txBox="1">
            <a:spLocks noGrp="1"/>
          </p:cNvSpPr>
          <p:nvPr>
            <p:ph type="subTitle" idx="3"/>
          </p:nvPr>
        </p:nvSpPr>
        <p:spPr>
          <a:xfrm>
            <a:off x="418267" y="2564067"/>
            <a:ext cx="3715600" cy="4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21" name="Google Shape;21;p42"/>
          <p:cNvSpPr txBox="1">
            <a:spLocks noGrp="1"/>
          </p:cNvSpPr>
          <p:nvPr>
            <p:ph type="subTitle" idx="4"/>
          </p:nvPr>
        </p:nvSpPr>
        <p:spPr>
          <a:xfrm>
            <a:off x="705533" y="3040067"/>
            <a:ext cx="3141200" cy="8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2"/>
          <p:cNvSpPr txBox="1">
            <a:spLocks noGrp="1"/>
          </p:cNvSpPr>
          <p:nvPr>
            <p:ph type="subTitle" idx="5"/>
          </p:nvPr>
        </p:nvSpPr>
        <p:spPr>
          <a:xfrm>
            <a:off x="4238100" y="4837167"/>
            <a:ext cx="3715600" cy="4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23" name="Google Shape;23;p42"/>
          <p:cNvSpPr txBox="1">
            <a:spLocks noGrp="1"/>
          </p:cNvSpPr>
          <p:nvPr>
            <p:ph type="subTitle" idx="6"/>
          </p:nvPr>
        </p:nvSpPr>
        <p:spPr>
          <a:xfrm>
            <a:off x="4525367" y="5313167"/>
            <a:ext cx="3141200" cy="8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2"/>
          <p:cNvSpPr txBox="1">
            <a:spLocks noGrp="1"/>
          </p:cNvSpPr>
          <p:nvPr>
            <p:ph type="subTitle" idx="7"/>
          </p:nvPr>
        </p:nvSpPr>
        <p:spPr>
          <a:xfrm>
            <a:off x="418267" y="4837167"/>
            <a:ext cx="3715600" cy="4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25" name="Google Shape;25;p42"/>
          <p:cNvSpPr txBox="1">
            <a:spLocks noGrp="1"/>
          </p:cNvSpPr>
          <p:nvPr>
            <p:ph type="subTitle" idx="8"/>
          </p:nvPr>
        </p:nvSpPr>
        <p:spPr>
          <a:xfrm>
            <a:off x="705467" y="5313200"/>
            <a:ext cx="3141200" cy="8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2"/>
          <p:cNvSpPr txBox="1">
            <a:spLocks noGrp="1"/>
          </p:cNvSpPr>
          <p:nvPr>
            <p:ph type="subTitle" idx="9"/>
          </p:nvPr>
        </p:nvSpPr>
        <p:spPr>
          <a:xfrm>
            <a:off x="8058067" y="2564067"/>
            <a:ext cx="3715600" cy="4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27" name="Google Shape;27;p42"/>
          <p:cNvSpPr txBox="1">
            <a:spLocks noGrp="1"/>
          </p:cNvSpPr>
          <p:nvPr>
            <p:ph type="subTitle" idx="13"/>
          </p:nvPr>
        </p:nvSpPr>
        <p:spPr>
          <a:xfrm>
            <a:off x="8345167" y="3040067"/>
            <a:ext cx="3141200" cy="8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2"/>
          <p:cNvSpPr txBox="1">
            <a:spLocks noGrp="1"/>
          </p:cNvSpPr>
          <p:nvPr>
            <p:ph type="subTitle" idx="14"/>
          </p:nvPr>
        </p:nvSpPr>
        <p:spPr>
          <a:xfrm>
            <a:off x="8058067" y="4837167"/>
            <a:ext cx="3715600" cy="4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29" name="Google Shape;29;p42"/>
          <p:cNvSpPr txBox="1">
            <a:spLocks noGrp="1"/>
          </p:cNvSpPr>
          <p:nvPr>
            <p:ph type="subTitle" idx="15"/>
          </p:nvPr>
        </p:nvSpPr>
        <p:spPr>
          <a:xfrm>
            <a:off x="8345167" y="5313167"/>
            <a:ext cx="3141200" cy="8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2"/>
          <p:cNvSpPr txBox="1">
            <a:spLocks noGrp="1"/>
          </p:cNvSpPr>
          <p:nvPr>
            <p:ph type="title" idx="16"/>
          </p:nvPr>
        </p:nvSpPr>
        <p:spPr>
          <a:xfrm>
            <a:off x="1609733" y="1695400"/>
            <a:ext cx="1332800" cy="9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1" name="Google Shape;31;p42"/>
          <p:cNvSpPr txBox="1">
            <a:spLocks noGrp="1"/>
          </p:cNvSpPr>
          <p:nvPr>
            <p:ph type="title" idx="17"/>
          </p:nvPr>
        </p:nvSpPr>
        <p:spPr>
          <a:xfrm>
            <a:off x="1609733" y="3968600"/>
            <a:ext cx="1332800" cy="9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2" name="Google Shape;32;p42"/>
          <p:cNvSpPr txBox="1">
            <a:spLocks noGrp="1"/>
          </p:cNvSpPr>
          <p:nvPr>
            <p:ph type="title" idx="18"/>
          </p:nvPr>
        </p:nvSpPr>
        <p:spPr>
          <a:xfrm>
            <a:off x="5429517" y="1695400"/>
            <a:ext cx="1332800" cy="9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3" name="Google Shape;33;p42"/>
          <p:cNvSpPr txBox="1">
            <a:spLocks noGrp="1"/>
          </p:cNvSpPr>
          <p:nvPr>
            <p:ph type="title" idx="19"/>
          </p:nvPr>
        </p:nvSpPr>
        <p:spPr>
          <a:xfrm>
            <a:off x="5429600" y="3968600"/>
            <a:ext cx="1332800" cy="9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4" name="Google Shape;34;p42"/>
          <p:cNvSpPr txBox="1">
            <a:spLocks noGrp="1"/>
          </p:cNvSpPr>
          <p:nvPr>
            <p:ph type="title" idx="20"/>
          </p:nvPr>
        </p:nvSpPr>
        <p:spPr>
          <a:xfrm>
            <a:off x="9249367" y="1695400"/>
            <a:ext cx="1332800" cy="9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5" name="Google Shape;35;p42"/>
          <p:cNvSpPr txBox="1">
            <a:spLocks noGrp="1"/>
          </p:cNvSpPr>
          <p:nvPr>
            <p:ph type="title" idx="21"/>
          </p:nvPr>
        </p:nvSpPr>
        <p:spPr>
          <a:xfrm>
            <a:off x="9249367" y="3968600"/>
            <a:ext cx="1332800" cy="9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grpSp>
        <p:nvGrpSpPr>
          <p:cNvPr id="36" name="Google Shape;36;p42"/>
          <p:cNvGrpSpPr/>
          <p:nvPr/>
        </p:nvGrpSpPr>
        <p:grpSpPr>
          <a:xfrm flipH="1">
            <a:off x="10879626" y="-1730367"/>
            <a:ext cx="894033" cy="3526100"/>
            <a:chOff x="540000" y="973925"/>
            <a:chExt cx="670525" cy="2644575"/>
          </a:xfrm>
        </p:grpSpPr>
        <p:sp>
          <p:nvSpPr>
            <p:cNvPr id="37" name="Google Shape;37;p42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  <a:buFont typeface="Arial"/>
                <a:buNone/>
              </a:pPr>
              <a:endParaRPr sz="1867" kern="0">
                <a:solidFill>
                  <a:srgbClr val="000000"/>
                </a:solidFill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42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  <a:buFont typeface="Arial"/>
                <a:buNone/>
              </a:pPr>
              <a:endParaRPr sz="1867" kern="0">
                <a:solidFill>
                  <a:srgbClr val="000000"/>
                </a:solidFill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83357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2"/>
          <p:cNvSpPr/>
          <p:nvPr/>
        </p:nvSpPr>
        <p:spPr>
          <a:xfrm rot="5400000">
            <a:off x="2158000" y="-2019633"/>
            <a:ext cx="631200" cy="5989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  <a:buFont typeface="Arial"/>
              <a:buNone/>
            </a:pPr>
            <a:endParaRPr sz="1867" kern="0">
              <a:solidFill>
                <a:srgbClr val="000000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42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47096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8" name="Google Shape;18;p42"/>
          <p:cNvSpPr txBox="1">
            <a:spLocks noGrp="1"/>
          </p:cNvSpPr>
          <p:nvPr>
            <p:ph type="subTitle" idx="1"/>
          </p:nvPr>
        </p:nvSpPr>
        <p:spPr>
          <a:xfrm>
            <a:off x="4238200" y="2564067"/>
            <a:ext cx="3715600" cy="4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9" name="Google Shape;19;p42"/>
          <p:cNvSpPr txBox="1">
            <a:spLocks noGrp="1"/>
          </p:cNvSpPr>
          <p:nvPr>
            <p:ph type="subTitle" idx="2"/>
          </p:nvPr>
        </p:nvSpPr>
        <p:spPr>
          <a:xfrm>
            <a:off x="4525367" y="3040067"/>
            <a:ext cx="3141200" cy="8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2"/>
          <p:cNvSpPr txBox="1">
            <a:spLocks noGrp="1"/>
          </p:cNvSpPr>
          <p:nvPr>
            <p:ph type="subTitle" idx="3"/>
          </p:nvPr>
        </p:nvSpPr>
        <p:spPr>
          <a:xfrm>
            <a:off x="418267" y="2564067"/>
            <a:ext cx="3715600" cy="4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21" name="Google Shape;21;p42"/>
          <p:cNvSpPr txBox="1">
            <a:spLocks noGrp="1"/>
          </p:cNvSpPr>
          <p:nvPr>
            <p:ph type="subTitle" idx="4"/>
          </p:nvPr>
        </p:nvSpPr>
        <p:spPr>
          <a:xfrm>
            <a:off x="705533" y="3040067"/>
            <a:ext cx="3141200" cy="8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2"/>
          <p:cNvSpPr txBox="1">
            <a:spLocks noGrp="1"/>
          </p:cNvSpPr>
          <p:nvPr>
            <p:ph type="subTitle" idx="5"/>
          </p:nvPr>
        </p:nvSpPr>
        <p:spPr>
          <a:xfrm>
            <a:off x="4238100" y="4837167"/>
            <a:ext cx="3715600" cy="4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23" name="Google Shape;23;p42"/>
          <p:cNvSpPr txBox="1">
            <a:spLocks noGrp="1"/>
          </p:cNvSpPr>
          <p:nvPr>
            <p:ph type="subTitle" idx="6"/>
          </p:nvPr>
        </p:nvSpPr>
        <p:spPr>
          <a:xfrm>
            <a:off x="4525367" y="5313167"/>
            <a:ext cx="3141200" cy="8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2"/>
          <p:cNvSpPr txBox="1">
            <a:spLocks noGrp="1"/>
          </p:cNvSpPr>
          <p:nvPr>
            <p:ph type="subTitle" idx="7"/>
          </p:nvPr>
        </p:nvSpPr>
        <p:spPr>
          <a:xfrm>
            <a:off x="418267" y="4837167"/>
            <a:ext cx="3715600" cy="4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25" name="Google Shape;25;p42"/>
          <p:cNvSpPr txBox="1">
            <a:spLocks noGrp="1"/>
          </p:cNvSpPr>
          <p:nvPr>
            <p:ph type="subTitle" idx="8"/>
          </p:nvPr>
        </p:nvSpPr>
        <p:spPr>
          <a:xfrm>
            <a:off x="705467" y="5313200"/>
            <a:ext cx="3141200" cy="8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2"/>
          <p:cNvSpPr txBox="1">
            <a:spLocks noGrp="1"/>
          </p:cNvSpPr>
          <p:nvPr>
            <p:ph type="subTitle" idx="9"/>
          </p:nvPr>
        </p:nvSpPr>
        <p:spPr>
          <a:xfrm>
            <a:off x="8058067" y="2564067"/>
            <a:ext cx="3715600" cy="4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27" name="Google Shape;27;p42"/>
          <p:cNvSpPr txBox="1">
            <a:spLocks noGrp="1"/>
          </p:cNvSpPr>
          <p:nvPr>
            <p:ph type="subTitle" idx="13"/>
          </p:nvPr>
        </p:nvSpPr>
        <p:spPr>
          <a:xfrm>
            <a:off x="8345167" y="3040067"/>
            <a:ext cx="3141200" cy="8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2"/>
          <p:cNvSpPr txBox="1">
            <a:spLocks noGrp="1"/>
          </p:cNvSpPr>
          <p:nvPr>
            <p:ph type="subTitle" idx="14"/>
          </p:nvPr>
        </p:nvSpPr>
        <p:spPr>
          <a:xfrm>
            <a:off x="8058067" y="4837167"/>
            <a:ext cx="3715600" cy="4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29" name="Google Shape;29;p42"/>
          <p:cNvSpPr txBox="1">
            <a:spLocks noGrp="1"/>
          </p:cNvSpPr>
          <p:nvPr>
            <p:ph type="subTitle" idx="15"/>
          </p:nvPr>
        </p:nvSpPr>
        <p:spPr>
          <a:xfrm>
            <a:off x="8345167" y="5313167"/>
            <a:ext cx="3141200" cy="8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2"/>
          <p:cNvSpPr txBox="1">
            <a:spLocks noGrp="1"/>
          </p:cNvSpPr>
          <p:nvPr>
            <p:ph type="title" idx="16"/>
          </p:nvPr>
        </p:nvSpPr>
        <p:spPr>
          <a:xfrm>
            <a:off x="1609733" y="1695400"/>
            <a:ext cx="1332800" cy="9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1" name="Google Shape;31;p42"/>
          <p:cNvSpPr txBox="1">
            <a:spLocks noGrp="1"/>
          </p:cNvSpPr>
          <p:nvPr>
            <p:ph type="title" idx="17"/>
          </p:nvPr>
        </p:nvSpPr>
        <p:spPr>
          <a:xfrm>
            <a:off x="1609733" y="3968600"/>
            <a:ext cx="1332800" cy="9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2" name="Google Shape;32;p42"/>
          <p:cNvSpPr txBox="1">
            <a:spLocks noGrp="1"/>
          </p:cNvSpPr>
          <p:nvPr>
            <p:ph type="title" idx="18"/>
          </p:nvPr>
        </p:nvSpPr>
        <p:spPr>
          <a:xfrm>
            <a:off x="5429517" y="1695400"/>
            <a:ext cx="1332800" cy="9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3" name="Google Shape;33;p42"/>
          <p:cNvSpPr txBox="1">
            <a:spLocks noGrp="1"/>
          </p:cNvSpPr>
          <p:nvPr>
            <p:ph type="title" idx="19"/>
          </p:nvPr>
        </p:nvSpPr>
        <p:spPr>
          <a:xfrm>
            <a:off x="5429600" y="3968600"/>
            <a:ext cx="1332800" cy="9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4" name="Google Shape;34;p42"/>
          <p:cNvSpPr txBox="1">
            <a:spLocks noGrp="1"/>
          </p:cNvSpPr>
          <p:nvPr>
            <p:ph type="title" idx="20"/>
          </p:nvPr>
        </p:nvSpPr>
        <p:spPr>
          <a:xfrm>
            <a:off x="9249367" y="1695400"/>
            <a:ext cx="1332800" cy="9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5" name="Google Shape;35;p42"/>
          <p:cNvSpPr txBox="1">
            <a:spLocks noGrp="1"/>
          </p:cNvSpPr>
          <p:nvPr>
            <p:ph type="title" idx="21"/>
          </p:nvPr>
        </p:nvSpPr>
        <p:spPr>
          <a:xfrm>
            <a:off x="9249367" y="3968600"/>
            <a:ext cx="1332800" cy="9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grpSp>
        <p:nvGrpSpPr>
          <p:cNvPr id="36" name="Google Shape;36;p42"/>
          <p:cNvGrpSpPr/>
          <p:nvPr/>
        </p:nvGrpSpPr>
        <p:grpSpPr>
          <a:xfrm flipH="1">
            <a:off x="10879626" y="-1730367"/>
            <a:ext cx="894033" cy="3526100"/>
            <a:chOff x="540000" y="973925"/>
            <a:chExt cx="670525" cy="2644575"/>
          </a:xfrm>
        </p:grpSpPr>
        <p:sp>
          <p:nvSpPr>
            <p:cNvPr id="37" name="Google Shape;37;p42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  <a:buFont typeface="Arial"/>
                <a:buNone/>
              </a:pPr>
              <a:endParaRPr sz="1867" kern="0">
                <a:solidFill>
                  <a:srgbClr val="000000"/>
                </a:solidFill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42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  <a:buFont typeface="Arial"/>
                <a:buNone/>
              </a:pPr>
              <a:endParaRPr sz="1867" kern="0">
                <a:solidFill>
                  <a:srgbClr val="000000"/>
                </a:solidFill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3483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7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8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81200"/>
            <a:ext cx="10752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536633"/>
            <a:ext cx="10752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2480817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4294967295" orient="horz" pos="340">
          <p15:clr>
            <a:srgbClr val="EA4335"/>
          </p15:clr>
        </p15:guide>
        <p15:guide id="4294967295" orient="horz" pos="2900">
          <p15:clr>
            <a:srgbClr val="EA4335"/>
          </p15:clr>
        </p15:guide>
        <p15:guide id="4294967295" pos="340">
          <p15:clr>
            <a:srgbClr val="EA4335"/>
          </p15:clr>
        </p15:guide>
        <p15:guide id="4294967295" pos="5420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0"/>
          <p:cNvSpPr txBox="1">
            <a:spLocks noGrp="1"/>
          </p:cNvSpPr>
          <p:nvPr>
            <p:ph type="title"/>
          </p:nvPr>
        </p:nvSpPr>
        <p:spPr>
          <a:xfrm>
            <a:off x="720000" y="581200"/>
            <a:ext cx="10752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0"/>
          <p:cNvSpPr txBox="1">
            <a:spLocks noGrp="1"/>
          </p:cNvSpPr>
          <p:nvPr>
            <p:ph type="body" idx="1"/>
          </p:nvPr>
        </p:nvSpPr>
        <p:spPr>
          <a:xfrm>
            <a:off x="720000" y="1536633"/>
            <a:ext cx="10752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 sz="1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 sz="1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 sz="1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 sz="1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 sz="1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 sz="1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 sz="1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 sz="1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aleway"/>
              <a:buChar char="■"/>
              <a:defRPr sz="1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6983156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4294967295" orient="horz" pos="340">
          <p15:clr>
            <a:srgbClr val="EA4335"/>
          </p15:clr>
        </p15:guide>
        <p15:guide id="4294967295" orient="horz" pos="2900">
          <p15:clr>
            <a:srgbClr val="EA4335"/>
          </p15:clr>
        </p15:guide>
        <p15:guide id="4294967295" pos="340">
          <p15:clr>
            <a:srgbClr val="EA4335"/>
          </p15:clr>
        </p15:guide>
        <p15:guide id="4294967295" pos="5420">
          <p15:clr>
            <a:srgbClr val="EA4335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0"/>
          <p:cNvSpPr txBox="1">
            <a:spLocks noGrp="1"/>
          </p:cNvSpPr>
          <p:nvPr>
            <p:ph type="title"/>
          </p:nvPr>
        </p:nvSpPr>
        <p:spPr>
          <a:xfrm>
            <a:off x="720000" y="581200"/>
            <a:ext cx="10752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0"/>
          <p:cNvSpPr txBox="1">
            <a:spLocks noGrp="1"/>
          </p:cNvSpPr>
          <p:nvPr>
            <p:ph type="body" idx="1"/>
          </p:nvPr>
        </p:nvSpPr>
        <p:spPr>
          <a:xfrm>
            <a:off x="720000" y="1536633"/>
            <a:ext cx="10752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 sz="1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 sz="1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 sz="1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 sz="1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 sz="1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 sz="1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 sz="1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 sz="1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aleway"/>
              <a:buChar char="■"/>
              <a:defRPr sz="1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4142227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4294967295" orient="horz" pos="340">
          <p15:clr>
            <a:srgbClr val="EA4335"/>
          </p15:clr>
        </p15:guide>
        <p15:guide id="4294967295" orient="horz" pos="2900">
          <p15:clr>
            <a:srgbClr val="EA4335"/>
          </p15:clr>
        </p15:guide>
        <p15:guide id="4294967295" pos="340">
          <p15:clr>
            <a:srgbClr val="EA4335"/>
          </p15:clr>
        </p15:guide>
        <p15:guide id="4294967295" pos="5420">
          <p15:clr>
            <a:srgbClr val="EA4335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0"/>
          <p:cNvSpPr txBox="1">
            <a:spLocks noGrp="1"/>
          </p:cNvSpPr>
          <p:nvPr>
            <p:ph type="title"/>
          </p:nvPr>
        </p:nvSpPr>
        <p:spPr>
          <a:xfrm>
            <a:off x="720000" y="581200"/>
            <a:ext cx="10752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0"/>
          <p:cNvSpPr txBox="1">
            <a:spLocks noGrp="1"/>
          </p:cNvSpPr>
          <p:nvPr>
            <p:ph type="body" idx="1"/>
          </p:nvPr>
        </p:nvSpPr>
        <p:spPr>
          <a:xfrm>
            <a:off x="720000" y="1536633"/>
            <a:ext cx="10752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 sz="1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 sz="1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 sz="1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 sz="1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 sz="1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 sz="1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 sz="1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 sz="1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aleway"/>
              <a:buChar char="■"/>
              <a:defRPr sz="1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9820816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4294967295" orient="horz" pos="340">
          <p15:clr>
            <a:srgbClr val="EA4335"/>
          </p15:clr>
        </p15:guide>
        <p15:guide id="4294967295" orient="horz" pos="2900">
          <p15:clr>
            <a:srgbClr val="EA4335"/>
          </p15:clr>
        </p15:guide>
        <p15:guide id="4294967295" pos="340">
          <p15:clr>
            <a:srgbClr val="EA4335"/>
          </p15:clr>
        </p15:guide>
        <p15:guide id="4294967295" pos="5420">
          <p15:clr>
            <a:srgbClr val="EA4335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0"/>
          <p:cNvSpPr txBox="1">
            <a:spLocks noGrp="1"/>
          </p:cNvSpPr>
          <p:nvPr>
            <p:ph type="title"/>
          </p:nvPr>
        </p:nvSpPr>
        <p:spPr>
          <a:xfrm>
            <a:off x="720000" y="581200"/>
            <a:ext cx="10752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0"/>
          <p:cNvSpPr txBox="1">
            <a:spLocks noGrp="1"/>
          </p:cNvSpPr>
          <p:nvPr>
            <p:ph type="body" idx="1"/>
          </p:nvPr>
        </p:nvSpPr>
        <p:spPr>
          <a:xfrm>
            <a:off x="720000" y="1536633"/>
            <a:ext cx="10752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 sz="1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 sz="1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 sz="1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 sz="1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 sz="1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 sz="1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 sz="1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 sz="1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aleway"/>
              <a:buChar char="■"/>
              <a:defRPr sz="1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1886148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4294967295" orient="horz" pos="340">
          <p15:clr>
            <a:srgbClr val="EA4335"/>
          </p15:clr>
        </p15:guide>
        <p15:guide id="4294967295" orient="horz" pos="2900">
          <p15:clr>
            <a:srgbClr val="EA4335"/>
          </p15:clr>
        </p15:guide>
        <p15:guide id="4294967295" pos="340">
          <p15:clr>
            <a:srgbClr val="EA4335"/>
          </p15:clr>
        </p15:guide>
        <p15:guide id="4294967295" pos="5420">
          <p15:clr>
            <a:srgbClr val="EA4335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0"/>
          <p:cNvSpPr txBox="1">
            <a:spLocks noGrp="1"/>
          </p:cNvSpPr>
          <p:nvPr>
            <p:ph type="title"/>
          </p:nvPr>
        </p:nvSpPr>
        <p:spPr>
          <a:xfrm>
            <a:off x="720000" y="581200"/>
            <a:ext cx="10752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0"/>
          <p:cNvSpPr txBox="1">
            <a:spLocks noGrp="1"/>
          </p:cNvSpPr>
          <p:nvPr>
            <p:ph type="body" idx="1"/>
          </p:nvPr>
        </p:nvSpPr>
        <p:spPr>
          <a:xfrm>
            <a:off x="720000" y="1536633"/>
            <a:ext cx="10752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 sz="1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 sz="1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 sz="1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 sz="1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 sz="1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 sz="1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 sz="1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 sz="1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aleway"/>
              <a:buChar char="■"/>
              <a:defRPr sz="1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1311708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4294967295" orient="horz" pos="340">
          <p15:clr>
            <a:srgbClr val="EA4335"/>
          </p15:clr>
        </p15:guide>
        <p15:guide id="4294967295" orient="horz" pos="2900">
          <p15:clr>
            <a:srgbClr val="EA4335"/>
          </p15:clr>
        </p15:guide>
        <p15:guide id="4294967295" pos="340">
          <p15:clr>
            <a:srgbClr val="EA4335"/>
          </p15:clr>
        </p15:guide>
        <p15:guide id="4294967295" pos="542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alphaModFix amt="51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28;p25"/>
          <p:cNvSpPr txBox="1">
            <a:spLocks/>
          </p:cNvSpPr>
          <p:nvPr/>
        </p:nvSpPr>
        <p:spPr>
          <a:xfrm>
            <a:off x="2379229" y="445106"/>
            <a:ext cx="8050647" cy="1396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"/>
              <a:buNone/>
              <a:defRPr sz="3600" b="1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35535B"/>
              </a:buClr>
            </a:pPr>
            <a:r>
              <a:rPr lang="fr-FR" sz="6400" kern="0" cap="all" dirty="0">
                <a:solidFill>
                  <a:srgbClr val="E14D4D"/>
                </a:solidFill>
              </a:rPr>
              <a:t/>
            </a:r>
            <a:br>
              <a:rPr lang="fr-FR" sz="6400" kern="0" cap="all" dirty="0">
                <a:solidFill>
                  <a:srgbClr val="E14D4D"/>
                </a:solidFill>
              </a:rPr>
            </a:br>
            <a:r>
              <a:rPr lang="fr-FR" sz="7200" kern="0" cap="all" dirty="0" err="1" smtClean="0">
                <a:solidFill>
                  <a:srgbClr val="E14D4D"/>
                </a:solidFill>
              </a:rPr>
              <a:t>Ferbiotic</a:t>
            </a:r>
            <a:r>
              <a:rPr lang="fr-FR" sz="7200" kern="0" cap="all" dirty="0" smtClean="0">
                <a:solidFill>
                  <a:srgbClr val="E14D4D"/>
                </a:solidFill>
              </a:rPr>
              <a:t> </a:t>
            </a:r>
            <a:endParaRPr lang="fr-FR" sz="7200" kern="0" cap="all" dirty="0">
              <a:solidFill>
                <a:srgbClr val="E14D4D"/>
              </a:solidFill>
            </a:endParaRPr>
          </a:p>
        </p:txBody>
      </p:sp>
      <p:sp>
        <p:nvSpPr>
          <p:cNvPr id="7" name="Google Shape;810;p35"/>
          <p:cNvSpPr/>
          <p:nvPr/>
        </p:nvSpPr>
        <p:spPr>
          <a:xfrm>
            <a:off x="523727" y="445106"/>
            <a:ext cx="1738332" cy="1407148"/>
          </a:xfrm>
          <a:prstGeom prst="homePlate">
            <a:avLst>
              <a:gd name="adj" fmla="val 31917"/>
            </a:avLst>
          </a:prstGeom>
          <a:solidFill>
            <a:srgbClr val="E14D4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E14D4D"/>
              </a:solidFill>
              <a:cs typeface="Arial"/>
              <a:sym typeface="Arial"/>
            </a:endParaRPr>
          </a:p>
        </p:txBody>
      </p:sp>
      <p:sp>
        <p:nvSpPr>
          <p:cNvPr id="8" name="Google Shape;820;p35"/>
          <p:cNvSpPr txBox="1">
            <a:spLocks/>
          </p:cNvSpPr>
          <p:nvPr/>
        </p:nvSpPr>
        <p:spPr>
          <a:xfrm>
            <a:off x="332523" y="719667"/>
            <a:ext cx="1746885" cy="7680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" sz="3200" kern="0" dirty="0">
              <a:solidFill>
                <a:srgbClr val="FFFFFF"/>
              </a:solidFill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6974" y="-212875"/>
            <a:ext cx="2719009" cy="2719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770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 txBox="1">
            <a:spLocks noGrp="1"/>
          </p:cNvSpPr>
          <p:nvPr>
            <p:ph type="subTitle" idx="9"/>
          </p:nvPr>
        </p:nvSpPr>
        <p:spPr>
          <a:xfrm>
            <a:off x="5314465" y="657552"/>
            <a:ext cx="3715600" cy="4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fr-FR" sz="2400" dirty="0"/>
              <a:t>INDICATIONS</a:t>
            </a:r>
            <a:endParaRPr sz="2400" dirty="0"/>
          </a:p>
        </p:txBody>
      </p:sp>
      <p:sp>
        <p:nvSpPr>
          <p:cNvPr id="81" name="Google Shape;81;p4"/>
          <p:cNvSpPr txBox="1">
            <a:spLocks noGrp="1"/>
          </p:cNvSpPr>
          <p:nvPr>
            <p:ph type="subTitle" idx="13"/>
          </p:nvPr>
        </p:nvSpPr>
        <p:spPr>
          <a:xfrm>
            <a:off x="5617341" y="1697462"/>
            <a:ext cx="6574660" cy="1598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 algn="l">
              <a:buClr>
                <a:srgbClr val="666666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666666"/>
                </a:solidFill>
                <a:latin typeface="Montserrat Medium" panose="020B0604020202020204" charset="0"/>
              </a:rPr>
              <a:t>Corrige </a:t>
            </a:r>
            <a:r>
              <a:rPr lang="fr-FR" sz="1600" dirty="0" err="1">
                <a:solidFill>
                  <a:srgbClr val="666666"/>
                </a:solidFill>
                <a:latin typeface="Montserrat Medium" panose="020B0604020202020204" charset="0"/>
              </a:rPr>
              <a:t>éfficacement</a:t>
            </a:r>
            <a:r>
              <a:rPr lang="fr-FR" sz="1600" dirty="0">
                <a:solidFill>
                  <a:srgbClr val="666666"/>
                </a:solidFill>
                <a:latin typeface="Montserrat Medium" panose="020B0604020202020204" charset="0"/>
              </a:rPr>
              <a:t> la carence martiale grâce à une biodisponibilité optimisée par la vitamine C et les acides aminés chélateurs.</a:t>
            </a:r>
          </a:p>
          <a:p>
            <a:pPr lvl="0" algn="l">
              <a:buClr>
                <a:srgbClr val="666666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666666"/>
                </a:solidFill>
                <a:latin typeface="Montserrat Medium" panose="020B0604020202020204" charset="0"/>
              </a:rPr>
              <a:t>Prévient </a:t>
            </a:r>
            <a:r>
              <a:rPr lang="fr-FR" sz="1600" dirty="0">
                <a:solidFill>
                  <a:srgbClr val="666666"/>
                </a:solidFill>
                <a:latin typeface="Montserrat Medium" panose="020B0604020202020204" charset="0"/>
              </a:rPr>
              <a:t>l’anémie ferriprive chez les populations à risque</a:t>
            </a:r>
          </a:p>
          <a:p>
            <a:pPr lvl="0" algn="l">
              <a:buClr>
                <a:srgbClr val="666666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666666"/>
                </a:solidFill>
                <a:latin typeface="Montserrat Medium" panose="020B0604020202020204" charset="0"/>
              </a:rPr>
              <a:t>Soutient </a:t>
            </a:r>
            <a:r>
              <a:rPr lang="fr-FR" sz="1600" dirty="0">
                <a:solidFill>
                  <a:srgbClr val="666666"/>
                </a:solidFill>
                <a:latin typeface="Montserrat Medium" panose="020B0604020202020204" charset="0"/>
              </a:rPr>
              <a:t>la formation de l’hémoglobine et des globules rouges via l’action synergique du fer et des vitamines B6, B9 et B12.</a:t>
            </a:r>
          </a:p>
          <a:p>
            <a:pPr lvl="0" algn="l">
              <a:buClr>
                <a:srgbClr val="666666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666666"/>
                </a:solidFill>
                <a:latin typeface="Montserrat Medium" panose="020B0604020202020204" charset="0"/>
              </a:rPr>
              <a:t> </a:t>
            </a:r>
            <a:r>
              <a:rPr lang="fr-FR" sz="1600" dirty="0">
                <a:solidFill>
                  <a:srgbClr val="666666"/>
                </a:solidFill>
                <a:latin typeface="Montserrat Medium" panose="020B0604020202020204" charset="0"/>
              </a:rPr>
              <a:t>Réduit les manifestations fonctionnelles de la carence en fer, notamment la fatigue et la baisse de performance</a:t>
            </a:r>
          </a:p>
          <a:p>
            <a:pPr lvl="0" algn="l">
              <a:buClr>
                <a:srgbClr val="666666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666666"/>
                </a:solidFill>
                <a:latin typeface="Montserrat Medium" panose="020B0604020202020204" charset="0"/>
              </a:rPr>
              <a:t>Améliore </a:t>
            </a:r>
            <a:r>
              <a:rPr lang="fr-FR" sz="1600" dirty="0">
                <a:solidFill>
                  <a:srgbClr val="666666"/>
                </a:solidFill>
                <a:latin typeface="Montserrat Medium" panose="020B0604020202020204" charset="0"/>
              </a:rPr>
              <a:t>l’absorption et la tolérance digestive du fer grâce à l’association pré et </a:t>
            </a:r>
            <a:r>
              <a:rPr lang="fr-FR" sz="1600" dirty="0" err="1">
                <a:solidFill>
                  <a:srgbClr val="666666"/>
                </a:solidFill>
                <a:latin typeface="Montserrat Medium" panose="020B0604020202020204" charset="0"/>
              </a:rPr>
              <a:t>probiotiques</a:t>
            </a:r>
            <a:r>
              <a:rPr lang="fr-FR" sz="1600" dirty="0">
                <a:solidFill>
                  <a:srgbClr val="666666"/>
                </a:solidFill>
                <a:latin typeface="Montserrat Medium" panose="020B0604020202020204" charset="0"/>
              </a:rPr>
              <a:t> naturels</a:t>
            </a:r>
          </a:p>
          <a:p>
            <a:pPr marL="380990" indent="-380990" algn="l">
              <a:buFont typeface="Arial"/>
              <a:buChar char="•"/>
            </a:pPr>
            <a:endParaRPr sz="1600"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3" name="Google Shape;83;p4"/>
          <p:cNvSpPr txBox="1"/>
          <p:nvPr/>
        </p:nvSpPr>
        <p:spPr>
          <a:xfrm>
            <a:off x="759892" y="611841"/>
            <a:ext cx="4857448" cy="779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fr-FR" sz="4267" kern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FERBIOTIC </a:t>
            </a:r>
            <a:endParaRPr sz="4267" kern="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84" name="Google Shape;8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51545" y="3368021"/>
            <a:ext cx="2572996" cy="2572996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4"/>
          <p:cNvSpPr txBox="1"/>
          <p:nvPr/>
        </p:nvSpPr>
        <p:spPr>
          <a:xfrm>
            <a:off x="4267467" y="3768219"/>
            <a:ext cx="1046999" cy="615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fr-FR" sz="3200" b="1" kern="0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60</a:t>
            </a:r>
            <a:endParaRPr sz="3200" b="1" kern="0">
              <a:solidFill>
                <a:srgbClr val="35535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" name="Google Shape;86;p4"/>
          <p:cNvSpPr txBox="1"/>
          <p:nvPr/>
        </p:nvSpPr>
        <p:spPr>
          <a:xfrm>
            <a:off x="4174865" y="4209365"/>
            <a:ext cx="1232207" cy="348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fr-FR" sz="1467" kern="0">
                <a:solidFill>
                  <a:srgbClr val="35535B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Gélules</a:t>
            </a:r>
            <a:endParaRPr sz="1467" kern="0">
              <a:solidFill>
                <a:srgbClr val="35535B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2050" name="Picture 2" descr="https://vital.com.tn/wp-content/uploads/2023/10/FerBiotic-Gelule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35995"/>
            <a:ext cx="3810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0453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"/>
          <p:cNvSpPr txBox="1">
            <a:spLocks noGrp="1"/>
          </p:cNvSpPr>
          <p:nvPr>
            <p:ph type="subTitle" idx="14"/>
          </p:nvPr>
        </p:nvSpPr>
        <p:spPr>
          <a:xfrm>
            <a:off x="5514482" y="2222737"/>
            <a:ext cx="5233964" cy="4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fr-FR" sz="2400" dirty="0"/>
              <a:t>COMPOSITION </a:t>
            </a:r>
            <a:r>
              <a:rPr lang="fr-FR" sz="2400" dirty="0"/>
              <a:t>PAR 10 ml</a:t>
            </a:r>
            <a:endParaRPr sz="2400" dirty="0"/>
          </a:p>
        </p:txBody>
      </p:sp>
      <p:sp>
        <p:nvSpPr>
          <p:cNvPr id="83" name="Google Shape;83;p4"/>
          <p:cNvSpPr txBox="1"/>
          <p:nvPr/>
        </p:nvSpPr>
        <p:spPr>
          <a:xfrm>
            <a:off x="759892" y="611841"/>
            <a:ext cx="4857448" cy="779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fr-FR" sz="4267" kern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FERBIOTIC </a:t>
            </a:r>
            <a:endParaRPr sz="4267" kern="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87" name="Google Shape;87;p4"/>
          <p:cNvSpPr txBox="1"/>
          <p:nvPr/>
        </p:nvSpPr>
        <p:spPr>
          <a:xfrm>
            <a:off x="5623295" y="2505455"/>
            <a:ext cx="5080452" cy="3939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</a:pPr>
            <a:endParaRPr sz="1867" kern="0" dirty="0">
              <a:solidFill>
                <a:srgbClr val="000000"/>
              </a:solidFill>
              <a:cs typeface="Arial"/>
              <a:sym typeface="Arial"/>
            </a:endParaRPr>
          </a:p>
          <a:p>
            <a:pPr marL="228594" indent="-228594"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600" kern="0" dirty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8</a:t>
            </a:r>
            <a:r>
              <a:rPr lang="fr-FR" sz="1600" kern="0" dirty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0 </a:t>
            </a:r>
            <a:r>
              <a:rPr lang="fr-FR" sz="1600" kern="0" dirty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mg Vitamine C</a:t>
            </a:r>
            <a:endParaRPr sz="1867" kern="0" dirty="0">
              <a:solidFill>
                <a:srgbClr val="000000"/>
              </a:solidFill>
              <a:latin typeface="Montserrat Medium" panose="020B0604020202020204" charset="0"/>
              <a:cs typeface="Arial"/>
              <a:sym typeface="Arial"/>
            </a:endParaRPr>
          </a:p>
          <a:p>
            <a:pPr marL="228594" indent="-228594"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600" kern="0" dirty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1 34 </a:t>
            </a:r>
            <a:r>
              <a:rPr lang="fr-FR" sz="1600" kern="0" dirty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mg </a:t>
            </a:r>
            <a:r>
              <a:rPr lang="fr-FR" sz="1600" kern="0" dirty="0" err="1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Bisglycinate</a:t>
            </a:r>
            <a:r>
              <a:rPr lang="fr-FR" sz="1600" kern="0" dirty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 de fer </a:t>
            </a:r>
            <a:r>
              <a:rPr lang="fr-FR" sz="1600" kern="0" dirty="0">
                <a:solidFill>
                  <a:srgbClr val="E14D4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(28 mg de fer élément) </a:t>
            </a:r>
            <a:endParaRPr sz="1867" kern="0" dirty="0">
              <a:solidFill>
                <a:srgbClr val="000000"/>
              </a:solidFill>
              <a:latin typeface="Montserrat Medium" panose="020B0604020202020204" charset="0"/>
              <a:cs typeface="Arial"/>
              <a:sym typeface="Arial"/>
            </a:endParaRPr>
          </a:p>
          <a:p>
            <a:pPr marL="228594" indent="-228594"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600" kern="0" dirty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200µg de Vitamine </a:t>
            </a:r>
            <a:r>
              <a:rPr lang="fr-FR" sz="1600" kern="0" dirty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B9</a:t>
            </a:r>
            <a:endParaRPr sz="1867" kern="0" dirty="0">
              <a:solidFill>
                <a:srgbClr val="000000"/>
              </a:solidFill>
              <a:latin typeface="Montserrat Medium" panose="020B0604020202020204" charset="0"/>
              <a:cs typeface="Arial"/>
              <a:sym typeface="Arial"/>
            </a:endParaRPr>
          </a:p>
          <a:p>
            <a:pPr marL="228594" indent="-228594"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600" kern="0" dirty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2</a:t>
            </a:r>
            <a:r>
              <a:rPr lang="fr-FR" sz="1600" kern="0" dirty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,5 </a:t>
            </a:r>
            <a:r>
              <a:rPr lang="fr-FR" sz="1600" kern="0" dirty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µg </a:t>
            </a:r>
            <a:r>
              <a:rPr lang="fr-FR" sz="1600" kern="0" dirty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de Vitamine B12</a:t>
            </a:r>
          </a:p>
          <a:p>
            <a:pPr marL="228594" indent="-228594"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600" kern="0" dirty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1,7 mg de Vitamine B 6</a:t>
            </a:r>
          </a:p>
          <a:p>
            <a:pPr marL="228594" indent="-228594"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600" kern="0" dirty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25 mg de Histidine</a:t>
            </a:r>
          </a:p>
          <a:p>
            <a:pPr marL="228594" indent="-228594"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600" kern="0" dirty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25 mg de Lysine</a:t>
            </a:r>
          </a:p>
          <a:p>
            <a:pPr marL="228594" indent="-228594"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600" kern="0" dirty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25 mg de Glycine</a:t>
            </a:r>
          </a:p>
          <a:p>
            <a:pPr marL="228594" indent="-228594">
              <a:buClr>
                <a:srgbClr val="000000"/>
              </a:buClr>
              <a:buSzPts val="1200"/>
              <a:buFont typeface="Arial"/>
              <a:buChar char="•"/>
            </a:pPr>
            <a:endParaRPr lang="fr-FR" sz="1600" kern="0" dirty="0">
              <a:solidFill>
                <a:srgbClr val="6D6D6D"/>
              </a:solidFill>
              <a:latin typeface="Montserrat Medium" panose="020B0604020202020204" charset="0"/>
              <a:ea typeface="Montserrat Medium"/>
              <a:cs typeface="Montserrat Medium"/>
              <a:sym typeface="Montserrat Medium"/>
            </a:endParaRPr>
          </a:p>
          <a:p>
            <a:pPr marL="228594" indent="-228594">
              <a:buClr>
                <a:srgbClr val="000000"/>
              </a:buClr>
              <a:buSzPts val="1200"/>
              <a:buFont typeface="Arial"/>
              <a:buChar char="•"/>
            </a:pPr>
            <a:endParaRPr lang="fr-FR" sz="1600" kern="0" dirty="0">
              <a:solidFill>
                <a:srgbClr val="6D6D6D"/>
              </a:solidFill>
              <a:latin typeface="Montserrat Medium" panose="020B0604020202020204" charset="0"/>
              <a:ea typeface="Montserrat Medium"/>
              <a:cs typeface="Montserrat Medium"/>
              <a:sym typeface="Montserrat Medium"/>
            </a:endParaRPr>
          </a:p>
          <a:p>
            <a:pPr>
              <a:buClr>
                <a:srgbClr val="000000"/>
              </a:buClr>
              <a:buSzPts val="1200"/>
              <a:buFont typeface="Arial"/>
              <a:buNone/>
            </a:pPr>
            <a:endParaRPr lang="fr-FR" sz="1600" kern="0" dirty="0">
              <a:solidFill>
                <a:srgbClr val="6D6D6D"/>
              </a:solidFill>
              <a:latin typeface="Montserrat Medium" panose="020B0604020202020204" charset="0"/>
              <a:ea typeface="Montserrat Medium"/>
              <a:cs typeface="Montserrat Medium"/>
              <a:sym typeface="Montserrat Medium"/>
            </a:endParaRPr>
          </a:p>
          <a:p>
            <a:pPr marL="228594" indent="-228594">
              <a:buClr>
                <a:srgbClr val="000000"/>
              </a:buClr>
              <a:buSzPts val="1200"/>
              <a:buFont typeface="Arial"/>
              <a:buChar char="•"/>
            </a:pPr>
            <a:endParaRPr lang="fr-FR" sz="1600" kern="0" dirty="0">
              <a:solidFill>
                <a:srgbClr val="6D6D6D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228594" indent="-228594">
              <a:buClr>
                <a:srgbClr val="000000"/>
              </a:buClr>
              <a:buSzPts val="1200"/>
              <a:buFont typeface="Arial"/>
              <a:buChar char="•"/>
            </a:pPr>
            <a:endParaRPr sz="1867" kern="0" dirty="0">
              <a:solidFill>
                <a:srgbClr val="000000"/>
              </a:solidFill>
              <a:cs typeface="Arial"/>
              <a:sym typeface="Arial"/>
            </a:endParaRPr>
          </a:p>
          <a:p>
            <a:pPr>
              <a:buClr>
                <a:srgbClr val="000000"/>
              </a:buClr>
              <a:buFont typeface="Arial"/>
              <a:buNone/>
            </a:pPr>
            <a:endParaRPr sz="1867" kern="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 txBox="1">
            <a:spLocks noGrp="1"/>
          </p:cNvSpPr>
          <p:nvPr>
            <p:ph type="subTitle" idx="14"/>
          </p:nvPr>
        </p:nvSpPr>
        <p:spPr>
          <a:xfrm>
            <a:off x="5924541" y="5110036"/>
            <a:ext cx="5233964" cy="4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l">
              <a:spcAft>
                <a:spcPts val="2133"/>
              </a:spcAft>
            </a:pPr>
            <a:r>
              <a:rPr lang="fr-FR" sz="2400" dirty="0"/>
              <a:t>POSOLOGIE</a:t>
            </a:r>
            <a:endParaRPr sz="2400" dirty="0"/>
          </a:p>
        </p:txBody>
      </p:sp>
      <p:graphicFrame>
        <p:nvGraphicFramePr>
          <p:cNvPr id="89" name="Google Shape;89;p4"/>
          <p:cNvGraphicFramePr/>
          <p:nvPr>
            <p:extLst>
              <p:ext uri="{D42A27DB-BD31-4B8C-83A1-F6EECF244321}">
                <p14:modId xmlns:p14="http://schemas.microsoft.com/office/powerpoint/2010/main" val="2504637227"/>
              </p:ext>
            </p:extLst>
          </p:nvPr>
        </p:nvGraphicFramePr>
        <p:xfrm>
          <a:off x="5810911" y="5655147"/>
          <a:ext cx="4983068" cy="1145461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245767"/>
                <a:gridCol w="1245767"/>
                <a:gridCol w="1245767"/>
                <a:gridCol w="1245767"/>
              </a:tblGrid>
              <a:tr h="36706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b="1" i="0" u="none" strike="noStrike" cap="none" dirty="0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ÂGE</a:t>
                      </a:r>
                      <a:endParaRPr sz="1600" u="none" strike="noStrike" cap="none" dirty="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121933" marR="121933" marT="60967" marB="60967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MATIN</a:t>
                      </a:r>
                      <a:endParaRPr sz="16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121933" marR="121933" marT="60967" marB="60967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MIDI</a:t>
                      </a:r>
                      <a:endParaRPr sz="16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121933" marR="121933" marT="60967" marB="60967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SOIR</a:t>
                      </a:r>
                      <a:endParaRPr sz="16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121933" marR="121933" marT="60967" marB="60967"/>
                </a:tc>
              </a:tr>
              <a:tr h="40641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Adulte</a:t>
                      </a:r>
                      <a:endParaRPr sz="16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121933" marR="121933" marT="60967" marB="60967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u="none" strike="noStrike" cap="none" dirty="0" smtClean="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10 ml</a:t>
                      </a:r>
                      <a:endParaRPr sz="1600" u="none" strike="noStrike" cap="none" dirty="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121933" marR="121933" marT="60967" marB="60967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900" u="none" strike="noStrike" cap="none"/>
                        <a:t>       -</a:t>
                      </a:r>
                      <a:endParaRPr sz="1900" u="none" strike="noStrike" cap="none"/>
                    </a:p>
                  </a:txBody>
                  <a:tcPr marL="121933" marR="121933" marT="60967" marB="60967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900" u="none" strike="noStrike" cap="none"/>
                        <a:t>       -</a:t>
                      </a:r>
                      <a:endParaRPr sz="1900" u="none" strike="noStrike" cap="none"/>
                    </a:p>
                  </a:txBody>
                  <a:tcPr marL="121933" marR="121933" marT="60967" marB="60967"/>
                </a:tc>
              </a:tr>
              <a:tr h="366900"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300" u="none" strike="noStrike" cap="none" dirty="0" smtClean="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10</a:t>
                      </a:r>
                      <a:r>
                        <a:rPr lang="fr-FR" sz="1300" u="none" strike="noStrike" cap="none" baseline="0" dirty="0" smtClean="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ml x 2</a:t>
                      </a:r>
                      <a:r>
                        <a:rPr lang="fr-FR" sz="1300" u="none" strike="noStrike" cap="none" dirty="0" smtClean="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</a:t>
                      </a:r>
                      <a:r>
                        <a:rPr lang="fr-FR" sz="1300" u="none" strike="noStrike" cap="none" dirty="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en cas de besoin, pendant au moins un mois</a:t>
                      </a:r>
                      <a:endParaRPr sz="1300" u="none" strike="noStrike" cap="none" dirty="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121933" marR="121933" marT="60967" marB="60967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2" name="Google Shape;220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79620" y="3726090"/>
            <a:ext cx="1937721" cy="1937721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217;p13"/>
          <p:cNvSpPr txBox="1"/>
          <p:nvPr/>
        </p:nvSpPr>
        <p:spPr>
          <a:xfrm>
            <a:off x="3970914" y="4970484"/>
            <a:ext cx="1501759" cy="615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fr-FR" sz="2667" b="1" kern="0" dirty="0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150</a:t>
            </a:r>
            <a:r>
              <a:rPr lang="fr-FR" sz="3200" b="1" kern="0" dirty="0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fr-FR" sz="2400" b="1" kern="0" dirty="0">
                <a:solidFill>
                  <a:srgbClr val="35535B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ML</a:t>
            </a:r>
            <a:endParaRPr sz="2400" b="1" kern="0" dirty="0">
              <a:solidFill>
                <a:srgbClr val="35535B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431" y="1719111"/>
            <a:ext cx="3810000" cy="5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248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"/>
          <p:cNvSpPr txBox="1">
            <a:spLocks noGrp="1"/>
          </p:cNvSpPr>
          <p:nvPr>
            <p:ph type="subTitle" idx="14"/>
          </p:nvPr>
        </p:nvSpPr>
        <p:spPr>
          <a:xfrm>
            <a:off x="5528493" y="1938247"/>
            <a:ext cx="5233964" cy="4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fr-FR" sz="2400" dirty="0"/>
              <a:t>COMPOSITION PAR </a:t>
            </a:r>
            <a:r>
              <a:rPr lang="fr-FR" sz="2400" dirty="0"/>
              <a:t>1 sachet</a:t>
            </a:r>
            <a:endParaRPr sz="2400" dirty="0"/>
          </a:p>
        </p:txBody>
      </p:sp>
      <p:sp>
        <p:nvSpPr>
          <p:cNvPr id="83" name="Google Shape;83;p4"/>
          <p:cNvSpPr txBox="1"/>
          <p:nvPr/>
        </p:nvSpPr>
        <p:spPr>
          <a:xfrm>
            <a:off x="759892" y="611841"/>
            <a:ext cx="4857448" cy="779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fr-FR" sz="4267" kern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FERBIOTIC </a:t>
            </a:r>
            <a:endParaRPr sz="4267" kern="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85" name="Google Shape;85;p4"/>
          <p:cNvSpPr txBox="1"/>
          <p:nvPr/>
        </p:nvSpPr>
        <p:spPr>
          <a:xfrm>
            <a:off x="4267467" y="3768219"/>
            <a:ext cx="1046999" cy="615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fr-FR" sz="3200" b="1" kern="0" dirty="0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r>
              <a:rPr lang="fr-FR" sz="3200" b="1" kern="0" dirty="0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endParaRPr sz="3200" b="1" kern="0" dirty="0">
              <a:solidFill>
                <a:srgbClr val="35535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" name="Google Shape;86;p4"/>
          <p:cNvSpPr txBox="1"/>
          <p:nvPr/>
        </p:nvSpPr>
        <p:spPr>
          <a:xfrm>
            <a:off x="4174865" y="4209365"/>
            <a:ext cx="1232207" cy="348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fr-FR" sz="1467" kern="0" dirty="0">
                <a:solidFill>
                  <a:srgbClr val="35535B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Sachets</a:t>
            </a:r>
            <a:endParaRPr sz="1467" kern="0" dirty="0">
              <a:solidFill>
                <a:srgbClr val="35535B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7" name="Google Shape;87;p4"/>
          <p:cNvSpPr txBox="1"/>
          <p:nvPr/>
        </p:nvSpPr>
        <p:spPr>
          <a:xfrm>
            <a:off x="5617341" y="2316303"/>
            <a:ext cx="5080452" cy="3939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</a:pPr>
            <a:endParaRPr sz="1867" kern="0" dirty="0">
              <a:solidFill>
                <a:srgbClr val="000000"/>
              </a:solidFill>
              <a:cs typeface="Arial"/>
              <a:sym typeface="Arial"/>
            </a:endParaRPr>
          </a:p>
          <a:p>
            <a:pPr marL="228594" indent="-228594"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600" kern="0" dirty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8</a:t>
            </a:r>
            <a:r>
              <a:rPr lang="fr-FR" sz="1600" kern="0" dirty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0 </a:t>
            </a:r>
            <a:r>
              <a:rPr lang="fr-FR" sz="1600" kern="0" dirty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mg Vitamine C</a:t>
            </a:r>
            <a:endParaRPr sz="1867" kern="0" dirty="0">
              <a:solidFill>
                <a:srgbClr val="000000"/>
              </a:solidFill>
              <a:latin typeface="Montserrat Medium" panose="020B0604020202020204" charset="0"/>
              <a:cs typeface="Arial"/>
              <a:sym typeface="Arial"/>
            </a:endParaRPr>
          </a:p>
          <a:p>
            <a:pPr marL="228594" indent="-228594"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600" kern="0" dirty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1 34 </a:t>
            </a:r>
            <a:r>
              <a:rPr lang="fr-FR" sz="1600" kern="0" dirty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mg </a:t>
            </a:r>
            <a:r>
              <a:rPr lang="fr-FR" sz="1600" kern="0" dirty="0" err="1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Bisglycinate</a:t>
            </a:r>
            <a:r>
              <a:rPr lang="fr-FR" sz="1600" kern="0" dirty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 de fer </a:t>
            </a:r>
            <a:r>
              <a:rPr lang="fr-FR" sz="1600" kern="0" dirty="0">
                <a:solidFill>
                  <a:srgbClr val="E14D4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(28 mg de fer élément) </a:t>
            </a:r>
            <a:endParaRPr sz="1867" kern="0" dirty="0">
              <a:solidFill>
                <a:srgbClr val="000000"/>
              </a:solidFill>
              <a:latin typeface="Montserrat Medium" panose="020B0604020202020204" charset="0"/>
              <a:cs typeface="Arial"/>
              <a:sym typeface="Arial"/>
            </a:endParaRPr>
          </a:p>
          <a:p>
            <a:pPr marL="228594" indent="-228594"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600" kern="0" dirty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200µg de Vitamine </a:t>
            </a:r>
            <a:r>
              <a:rPr lang="fr-FR" sz="1600" kern="0" dirty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B9</a:t>
            </a:r>
            <a:endParaRPr sz="1867" kern="0" dirty="0">
              <a:solidFill>
                <a:srgbClr val="000000"/>
              </a:solidFill>
              <a:latin typeface="Montserrat Medium" panose="020B0604020202020204" charset="0"/>
              <a:cs typeface="Arial"/>
              <a:sym typeface="Arial"/>
            </a:endParaRPr>
          </a:p>
          <a:p>
            <a:pPr marL="228594" indent="-228594"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600" kern="0" dirty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2</a:t>
            </a:r>
            <a:r>
              <a:rPr lang="fr-FR" sz="1600" kern="0" dirty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,5 </a:t>
            </a:r>
            <a:r>
              <a:rPr lang="fr-FR" sz="1600" kern="0" dirty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µg </a:t>
            </a:r>
            <a:r>
              <a:rPr lang="fr-FR" sz="1600" kern="0" dirty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de Vitamine B12</a:t>
            </a:r>
          </a:p>
          <a:p>
            <a:pPr marL="228594" indent="-228594"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600" kern="0" dirty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1,7 mg de Vitamine B 6</a:t>
            </a:r>
          </a:p>
          <a:p>
            <a:pPr marL="228594" indent="-228594"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600" kern="0" dirty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25 mg de Histidine</a:t>
            </a:r>
          </a:p>
          <a:p>
            <a:pPr marL="228594" indent="-228594"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600" kern="0" dirty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25 mg de Lysine</a:t>
            </a:r>
          </a:p>
          <a:p>
            <a:pPr marL="228594" indent="-228594"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600" kern="0" dirty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25 mg de Glycine</a:t>
            </a:r>
          </a:p>
          <a:p>
            <a:pPr marL="228594" indent="-228594">
              <a:buClr>
                <a:srgbClr val="000000"/>
              </a:buClr>
              <a:buSzPts val="1200"/>
              <a:buFont typeface="Arial"/>
              <a:buChar char="•"/>
            </a:pPr>
            <a:endParaRPr lang="fr-FR" sz="1600" kern="0" dirty="0">
              <a:solidFill>
                <a:srgbClr val="6D6D6D"/>
              </a:solidFill>
              <a:latin typeface="Montserrat Medium" panose="020B0604020202020204" charset="0"/>
              <a:ea typeface="Montserrat Medium"/>
              <a:cs typeface="Montserrat Medium"/>
              <a:sym typeface="Montserrat Medium"/>
            </a:endParaRPr>
          </a:p>
          <a:p>
            <a:pPr marL="228594" indent="-228594">
              <a:buClr>
                <a:srgbClr val="000000"/>
              </a:buClr>
              <a:buSzPts val="1200"/>
              <a:buFont typeface="Arial"/>
              <a:buChar char="•"/>
            </a:pPr>
            <a:endParaRPr lang="fr-FR" sz="1600" kern="0" dirty="0">
              <a:solidFill>
                <a:srgbClr val="6D6D6D"/>
              </a:solidFill>
              <a:latin typeface="Montserrat Medium" panose="020B0604020202020204" charset="0"/>
              <a:ea typeface="Montserrat Medium"/>
              <a:cs typeface="Montserrat Medium"/>
              <a:sym typeface="Montserrat Medium"/>
            </a:endParaRPr>
          </a:p>
          <a:p>
            <a:pPr>
              <a:buClr>
                <a:srgbClr val="000000"/>
              </a:buClr>
              <a:buSzPts val="1200"/>
              <a:buFont typeface="Arial"/>
              <a:buNone/>
            </a:pPr>
            <a:endParaRPr lang="fr-FR" sz="1600" kern="0" dirty="0">
              <a:solidFill>
                <a:srgbClr val="6D6D6D"/>
              </a:solidFill>
              <a:latin typeface="Montserrat Medium" panose="020B0604020202020204" charset="0"/>
              <a:ea typeface="Montserrat Medium"/>
              <a:cs typeface="Montserrat Medium"/>
              <a:sym typeface="Montserrat Medium"/>
            </a:endParaRPr>
          </a:p>
          <a:p>
            <a:pPr marL="228594" indent="-228594">
              <a:buClr>
                <a:srgbClr val="000000"/>
              </a:buClr>
              <a:buSzPts val="1200"/>
              <a:buFont typeface="Arial"/>
              <a:buChar char="•"/>
            </a:pPr>
            <a:endParaRPr lang="fr-FR" sz="1600" kern="0" dirty="0">
              <a:solidFill>
                <a:srgbClr val="6D6D6D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228594" indent="-228594">
              <a:buClr>
                <a:srgbClr val="000000"/>
              </a:buClr>
              <a:buSzPts val="1200"/>
              <a:buFont typeface="Arial"/>
              <a:buChar char="•"/>
            </a:pPr>
            <a:endParaRPr sz="1867" kern="0" dirty="0">
              <a:solidFill>
                <a:srgbClr val="000000"/>
              </a:solidFill>
              <a:cs typeface="Arial"/>
              <a:sym typeface="Arial"/>
            </a:endParaRPr>
          </a:p>
          <a:p>
            <a:pPr>
              <a:buClr>
                <a:srgbClr val="000000"/>
              </a:buClr>
              <a:buFont typeface="Arial"/>
              <a:buNone/>
            </a:pPr>
            <a:endParaRPr sz="1867" kern="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 txBox="1">
            <a:spLocks noGrp="1"/>
          </p:cNvSpPr>
          <p:nvPr>
            <p:ph type="subTitle" idx="14"/>
          </p:nvPr>
        </p:nvSpPr>
        <p:spPr>
          <a:xfrm>
            <a:off x="5924541" y="5110036"/>
            <a:ext cx="5233964" cy="4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l">
              <a:spcAft>
                <a:spcPts val="2133"/>
              </a:spcAft>
            </a:pPr>
            <a:r>
              <a:rPr lang="fr-FR" sz="2400" dirty="0"/>
              <a:t>POSOLOGIE</a:t>
            </a:r>
            <a:endParaRPr sz="2400" dirty="0"/>
          </a:p>
        </p:txBody>
      </p:sp>
      <p:graphicFrame>
        <p:nvGraphicFramePr>
          <p:cNvPr id="89" name="Google Shape;89;p4"/>
          <p:cNvGraphicFramePr/>
          <p:nvPr>
            <p:extLst>
              <p:ext uri="{D42A27DB-BD31-4B8C-83A1-F6EECF244321}">
                <p14:modId xmlns:p14="http://schemas.microsoft.com/office/powerpoint/2010/main" val="3412572983"/>
              </p:ext>
            </p:extLst>
          </p:nvPr>
        </p:nvGraphicFramePr>
        <p:xfrm>
          <a:off x="5810911" y="5655147"/>
          <a:ext cx="4983068" cy="1145461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245767"/>
                <a:gridCol w="1245767"/>
                <a:gridCol w="1245767"/>
                <a:gridCol w="1245767"/>
              </a:tblGrid>
              <a:tr h="36706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b="1" i="0" u="none" strike="noStrike" cap="none" dirty="0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ÂGE</a:t>
                      </a:r>
                      <a:endParaRPr sz="1600" u="none" strike="noStrike" cap="none" dirty="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121933" marR="121933" marT="60967" marB="60967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MATIN</a:t>
                      </a:r>
                      <a:endParaRPr sz="16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121933" marR="121933" marT="60967" marB="60967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MIDI</a:t>
                      </a:r>
                      <a:endParaRPr sz="16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121933" marR="121933" marT="60967" marB="60967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SOIR</a:t>
                      </a:r>
                      <a:endParaRPr sz="16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121933" marR="121933" marT="60967" marB="60967"/>
                </a:tc>
              </a:tr>
              <a:tr h="40641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Adulte</a:t>
                      </a:r>
                      <a:endParaRPr sz="16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121933" marR="121933" marT="60967" marB="60967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u="none" strike="noStrike" cap="none" dirty="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 </a:t>
                      </a:r>
                      <a:r>
                        <a:rPr lang="fr-FR" sz="1600" u="none" strike="noStrike" cap="none" dirty="0" smtClean="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sachet</a:t>
                      </a:r>
                      <a:endParaRPr sz="1600" u="none" strike="noStrike" cap="none" dirty="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121933" marR="121933" marT="60967" marB="60967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900" u="none" strike="noStrike" cap="none"/>
                        <a:t>       -</a:t>
                      </a:r>
                      <a:endParaRPr sz="1900" u="none" strike="noStrike" cap="none"/>
                    </a:p>
                  </a:txBody>
                  <a:tcPr marL="121933" marR="121933" marT="60967" marB="60967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900" u="none" strike="noStrike" cap="none"/>
                        <a:t>       -</a:t>
                      </a:r>
                      <a:endParaRPr sz="1900" u="none" strike="noStrike" cap="none"/>
                    </a:p>
                  </a:txBody>
                  <a:tcPr marL="121933" marR="121933" marT="60967" marB="60967"/>
                </a:tc>
              </a:tr>
              <a:tr h="366900"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300" u="none" strike="noStrike" cap="none" dirty="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2 </a:t>
                      </a:r>
                      <a:r>
                        <a:rPr lang="fr-FR" sz="1300" u="none" strike="noStrike" cap="none" dirty="0" smtClean="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sachets </a:t>
                      </a:r>
                      <a:r>
                        <a:rPr lang="fr-FR" sz="1300" u="none" strike="noStrike" cap="none" dirty="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en cas de besoin, pendant au moins un mois</a:t>
                      </a:r>
                      <a:endParaRPr sz="1300" u="none" strike="noStrike" cap="none" dirty="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121933" marR="121933" marT="60967" marB="60967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074" name="Picture 2" descr="https://vital.com.tn/wp-content/uploads/2023/10/FerBiotic-Sachet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40" y="1778000"/>
            <a:ext cx="3810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1644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 txBox="1">
            <a:spLocks noGrp="1"/>
          </p:cNvSpPr>
          <p:nvPr>
            <p:ph type="subTitle" idx="9"/>
          </p:nvPr>
        </p:nvSpPr>
        <p:spPr>
          <a:xfrm>
            <a:off x="5751125" y="730691"/>
            <a:ext cx="3715600" cy="4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fr-FR" sz="2400" dirty="0"/>
              <a:t>INDICATIONS</a:t>
            </a:r>
            <a:endParaRPr sz="2400" dirty="0"/>
          </a:p>
        </p:txBody>
      </p:sp>
      <p:sp>
        <p:nvSpPr>
          <p:cNvPr id="81" name="Google Shape;81;p4"/>
          <p:cNvSpPr txBox="1">
            <a:spLocks noGrp="1"/>
          </p:cNvSpPr>
          <p:nvPr>
            <p:ph type="subTitle" idx="13"/>
          </p:nvPr>
        </p:nvSpPr>
        <p:spPr>
          <a:xfrm>
            <a:off x="4396804" y="1778001"/>
            <a:ext cx="7592907" cy="3897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fr-FR" sz="1600" dirty="0">
                <a:latin typeface="Montserrat Medium" panose="020B0604020202020204" charset="0"/>
              </a:rPr>
              <a:t>Traitement </a:t>
            </a:r>
            <a:r>
              <a:rPr lang="fr-FR" sz="1600" dirty="0">
                <a:latin typeface="Montserrat Medium" panose="020B0604020202020204" charset="0"/>
              </a:rPr>
              <a:t>et prévention  des carences martiales  avec un fer </a:t>
            </a:r>
            <a:r>
              <a:rPr lang="fr-FR" sz="1600" dirty="0" err="1">
                <a:latin typeface="Montserrat Medium" panose="020B0604020202020204" charset="0"/>
              </a:rPr>
              <a:t>liposomal</a:t>
            </a:r>
            <a:r>
              <a:rPr lang="fr-FR" sz="1600" dirty="0">
                <a:latin typeface="Montserrat Medium" panose="020B0604020202020204" charset="0"/>
              </a:rPr>
              <a:t> à</a:t>
            </a:r>
            <a:r>
              <a:rPr lang="fr-FR" sz="1600" b="1" dirty="0">
                <a:latin typeface="Montserrat Medium" panose="020B0604020202020204" charset="0"/>
              </a:rPr>
              <a:t> </a:t>
            </a:r>
            <a:r>
              <a:rPr lang="fr-FR" sz="1600" dirty="0">
                <a:latin typeface="Montserrat Medium" panose="020B0604020202020204" charset="0"/>
              </a:rPr>
              <a:t>absorption élevée et tolérance optimale</a:t>
            </a:r>
            <a:r>
              <a:rPr lang="fr-FR" sz="1600" b="1" dirty="0">
                <a:latin typeface="Montserrat Medium" panose="020B0604020202020204" charset="0"/>
              </a:rPr>
              <a:t>.</a:t>
            </a:r>
            <a:endParaRPr lang="fr-FR" sz="1600" dirty="0">
              <a:latin typeface="Montserrat Medium" panose="020B060402020202020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1600" dirty="0">
                <a:latin typeface="Montserrat Medium" panose="020B0604020202020204" charset="0"/>
              </a:rPr>
              <a:t>Une </a:t>
            </a:r>
            <a:r>
              <a:rPr lang="fr-FR" sz="1600" dirty="0">
                <a:latin typeface="Montserrat Medium" panose="020B0604020202020204" charset="0"/>
              </a:rPr>
              <a:t>synergie fer </a:t>
            </a:r>
            <a:r>
              <a:rPr lang="fr-FR" sz="1600" dirty="0" err="1">
                <a:latin typeface="Montserrat Medium" panose="020B0604020202020204" charset="0"/>
              </a:rPr>
              <a:t>liposomal</a:t>
            </a:r>
            <a:r>
              <a:rPr lang="fr-FR" sz="1600" dirty="0">
                <a:latin typeface="Montserrat Medium" panose="020B0604020202020204" charset="0"/>
              </a:rPr>
              <a:t> – vitamine C – </a:t>
            </a:r>
            <a:r>
              <a:rPr lang="fr-FR" sz="1600" dirty="0" err="1">
                <a:latin typeface="Montserrat Medium" panose="020B0604020202020204" charset="0"/>
              </a:rPr>
              <a:t>luzixine</a:t>
            </a:r>
            <a:r>
              <a:rPr lang="fr-FR" sz="1600" dirty="0">
                <a:latin typeface="Montserrat Medium" panose="020B0604020202020204" charset="0"/>
              </a:rPr>
              <a:t> qui assure une biodisponibilité maximale et une stimulation efficace de l’érythropoïèse.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1600" dirty="0">
                <a:latin typeface="Montserrat Medium" panose="020B0604020202020204" charset="0"/>
              </a:rPr>
              <a:t>Une </a:t>
            </a:r>
            <a:r>
              <a:rPr lang="fr-FR" sz="1600" dirty="0">
                <a:latin typeface="Montserrat Medium" panose="020B0604020202020204" charset="0"/>
              </a:rPr>
              <a:t>réduction rapide de l’asthénie et de la fatigue avec soutien des fonctions immunitaires liées au déficit en fer.</a:t>
            </a:r>
          </a:p>
        </p:txBody>
      </p:sp>
      <p:sp>
        <p:nvSpPr>
          <p:cNvPr id="83" name="Google Shape;83;p4"/>
          <p:cNvSpPr txBox="1"/>
          <p:nvPr/>
        </p:nvSpPr>
        <p:spPr>
          <a:xfrm>
            <a:off x="49717" y="578842"/>
            <a:ext cx="4857448" cy="779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fr-FR" sz="4267" kern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FERBIOTIC LIPO</a:t>
            </a:r>
            <a:endParaRPr sz="4267" kern="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84" name="Google Shape;8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51545" y="3368021"/>
            <a:ext cx="2572996" cy="2572996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4"/>
          <p:cNvSpPr txBox="1"/>
          <p:nvPr/>
        </p:nvSpPr>
        <p:spPr>
          <a:xfrm>
            <a:off x="4267467" y="3768219"/>
            <a:ext cx="1046999" cy="615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fr-FR" sz="3200" b="1" kern="0" dirty="0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30</a:t>
            </a:r>
            <a:endParaRPr sz="3200" b="1" kern="0" dirty="0">
              <a:solidFill>
                <a:srgbClr val="35535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" name="Google Shape;86;p4"/>
          <p:cNvSpPr txBox="1"/>
          <p:nvPr/>
        </p:nvSpPr>
        <p:spPr>
          <a:xfrm>
            <a:off x="4174865" y="4209365"/>
            <a:ext cx="1232207" cy="348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fr-FR" sz="1467" kern="0">
                <a:solidFill>
                  <a:srgbClr val="35535B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Gélules</a:t>
            </a:r>
            <a:endParaRPr sz="1467" kern="0">
              <a:solidFill>
                <a:srgbClr val="35535B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4100" name="Picture 4" descr="https://vital.com.tn/wp-content/uploads/2025/06/FERBIOTIC-LIP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7" y="1778000"/>
            <a:ext cx="3810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8180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"/>
          <p:cNvSpPr txBox="1">
            <a:spLocks noGrp="1"/>
          </p:cNvSpPr>
          <p:nvPr>
            <p:ph type="subTitle" idx="14"/>
          </p:nvPr>
        </p:nvSpPr>
        <p:spPr>
          <a:xfrm>
            <a:off x="5598659" y="1778000"/>
            <a:ext cx="5233964" cy="4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fr-FR" sz="2400" dirty="0"/>
              <a:t>COMPOSITION PAR GÉLULE</a:t>
            </a:r>
            <a:endParaRPr sz="2400" dirty="0"/>
          </a:p>
        </p:txBody>
      </p:sp>
      <p:sp>
        <p:nvSpPr>
          <p:cNvPr id="83" name="Google Shape;83;p4"/>
          <p:cNvSpPr txBox="1"/>
          <p:nvPr/>
        </p:nvSpPr>
        <p:spPr>
          <a:xfrm>
            <a:off x="49717" y="578842"/>
            <a:ext cx="4857448" cy="779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fr-FR" sz="4267" kern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FERBIOTIC LIPO</a:t>
            </a:r>
            <a:endParaRPr sz="4267" kern="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84" name="Google Shape;8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51545" y="3368021"/>
            <a:ext cx="2572996" cy="2572996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4"/>
          <p:cNvSpPr txBox="1"/>
          <p:nvPr/>
        </p:nvSpPr>
        <p:spPr>
          <a:xfrm>
            <a:off x="4267467" y="3768219"/>
            <a:ext cx="1046999" cy="615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fr-FR" sz="3200" b="1" kern="0" dirty="0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30</a:t>
            </a:r>
            <a:endParaRPr sz="3200" b="1" kern="0" dirty="0">
              <a:solidFill>
                <a:srgbClr val="35535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" name="Google Shape;86;p4"/>
          <p:cNvSpPr txBox="1"/>
          <p:nvPr/>
        </p:nvSpPr>
        <p:spPr>
          <a:xfrm>
            <a:off x="4174865" y="4209365"/>
            <a:ext cx="1232207" cy="348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fr-FR" sz="1467" kern="0">
                <a:solidFill>
                  <a:srgbClr val="35535B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Gélules</a:t>
            </a:r>
            <a:endParaRPr sz="1467" kern="0">
              <a:solidFill>
                <a:srgbClr val="35535B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7" name="Google Shape;87;p4"/>
          <p:cNvSpPr txBox="1"/>
          <p:nvPr/>
        </p:nvSpPr>
        <p:spPr>
          <a:xfrm>
            <a:off x="5752171" y="2264449"/>
            <a:ext cx="5080452" cy="1682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</a:pPr>
            <a:endParaRPr sz="1867" kern="0" dirty="0">
              <a:solidFill>
                <a:srgbClr val="000000"/>
              </a:solidFill>
              <a:cs typeface="Arial"/>
              <a:sym typeface="Arial"/>
            </a:endParaRPr>
          </a:p>
          <a:p>
            <a:pPr marL="228594" indent="-228594"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600" kern="0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8</a:t>
            </a:r>
            <a:r>
              <a:rPr lang="fr-FR" sz="1600" kern="0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 mg de </a:t>
            </a:r>
            <a:r>
              <a:rPr lang="fr-FR" sz="1600" kern="0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Vitamine C</a:t>
            </a:r>
            <a:endParaRPr sz="1867" kern="0" dirty="0">
              <a:solidFill>
                <a:srgbClr val="000000"/>
              </a:solidFill>
              <a:cs typeface="Arial"/>
              <a:sym typeface="Arial"/>
            </a:endParaRPr>
          </a:p>
          <a:p>
            <a:pPr marL="228594" indent="-228594"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600" kern="0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14 mg </a:t>
            </a:r>
            <a:r>
              <a:rPr lang="fr-FR" sz="1600" kern="0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 Fer </a:t>
            </a:r>
            <a:r>
              <a:rPr lang="fr-FR" sz="1600" kern="0" dirty="0">
                <a:solidFill>
                  <a:srgbClr val="E14D4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(Fumarate de </a:t>
            </a:r>
            <a:r>
              <a:rPr lang="fr-FR" sz="1600" kern="0" dirty="0">
                <a:solidFill>
                  <a:srgbClr val="E14D4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fer </a:t>
            </a:r>
            <a:r>
              <a:rPr lang="fr-FR" sz="1600" kern="0" dirty="0" err="1">
                <a:solidFill>
                  <a:srgbClr val="E14D4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liposomal</a:t>
            </a:r>
            <a:r>
              <a:rPr lang="fr-FR" sz="1600" kern="0" dirty="0">
                <a:solidFill>
                  <a:srgbClr val="E14D4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fr-FR" sz="1600" kern="0" dirty="0">
                <a:solidFill>
                  <a:srgbClr val="E14D4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= </a:t>
            </a:r>
            <a:r>
              <a:rPr lang="fr-FR" sz="1600" kern="0" dirty="0">
                <a:solidFill>
                  <a:srgbClr val="E14D4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74 </a:t>
            </a:r>
            <a:r>
              <a:rPr lang="fr-FR" sz="1600" kern="0" dirty="0">
                <a:solidFill>
                  <a:srgbClr val="E14D4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mg) </a:t>
            </a:r>
            <a:endParaRPr sz="1867" kern="0" dirty="0">
              <a:solidFill>
                <a:srgbClr val="000000"/>
              </a:solidFill>
              <a:cs typeface="Arial"/>
              <a:sym typeface="Arial"/>
            </a:endParaRPr>
          </a:p>
          <a:p>
            <a:pPr marL="228594" indent="-228594"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600" kern="0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200 µg de </a:t>
            </a:r>
            <a:r>
              <a:rPr lang="fr-FR" sz="1600" kern="0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Vitamine B9</a:t>
            </a:r>
            <a:endParaRPr sz="1867" kern="0" dirty="0">
              <a:solidFill>
                <a:srgbClr val="000000"/>
              </a:solidFill>
              <a:cs typeface="Arial"/>
              <a:sym typeface="Arial"/>
            </a:endParaRPr>
          </a:p>
          <a:p>
            <a:pPr marL="228594" indent="-228594"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600" kern="0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</a:t>
            </a:r>
            <a:r>
              <a:rPr lang="fr-FR" sz="1600" kern="0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,5 µg de </a:t>
            </a:r>
            <a:r>
              <a:rPr lang="fr-FR" sz="1600" kern="0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Vitamine B12</a:t>
            </a:r>
            <a:endParaRPr sz="1867" kern="0" dirty="0">
              <a:solidFill>
                <a:srgbClr val="000000"/>
              </a:solidFill>
              <a:cs typeface="Arial"/>
              <a:sym typeface="Arial"/>
            </a:endParaRPr>
          </a:p>
          <a:p>
            <a:pPr>
              <a:buClr>
                <a:srgbClr val="000000"/>
              </a:buClr>
              <a:buFont typeface="Arial"/>
              <a:buNone/>
            </a:pPr>
            <a:endParaRPr sz="1867" kern="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 txBox="1">
            <a:spLocks noGrp="1"/>
          </p:cNvSpPr>
          <p:nvPr>
            <p:ph type="subTitle" idx="14"/>
          </p:nvPr>
        </p:nvSpPr>
        <p:spPr>
          <a:xfrm>
            <a:off x="5675414" y="4145772"/>
            <a:ext cx="5233964" cy="4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l">
              <a:spcAft>
                <a:spcPts val="2133"/>
              </a:spcAft>
            </a:pPr>
            <a:r>
              <a:rPr lang="fr-FR" sz="2400" dirty="0"/>
              <a:t>POSOLOGIE</a:t>
            </a:r>
            <a:endParaRPr sz="2400" dirty="0"/>
          </a:p>
        </p:txBody>
      </p:sp>
      <p:graphicFrame>
        <p:nvGraphicFramePr>
          <p:cNvPr id="89" name="Google Shape;89;p4"/>
          <p:cNvGraphicFramePr/>
          <p:nvPr>
            <p:extLst>
              <p:ext uri="{D42A27DB-BD31-4B8C-83A1-F6EECF244321}">
                <p14:modId xmlns:p14="http://schemas.microsoft.com/office/powerpoint/2010/main" val="2222166975"/>
              </p:ext>
            </p:extLst>
          </p:nvPr>
        </p:nvGraphicFramePr>
        <p:xfrm>
          <a:off x="5800861" y="4934071"/>
          <a:ext cx="4983068" cy="1145461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245767"/>
                <a:gridCol w="1245767"/>
                <a:gridCol w="1245767"/>
                <a:gridCol w="1245767"/>
              </a:tblGrid>
              <a:tr h="36706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b="1" i="0" u="none" strike="noStrike" cap="none" dirty="0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ÂGE</a:t>
                      </a:r>
                      <a:endParaRPr sz="1600" u="none" strike="noStrike" cap="none" dirty="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121933" marR="121933" marT="60967" marB="60967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MATIN</a:t>
                      </a:r>
                      <a:endParaRPr sz="16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121933" marR="121933" marT="60967" marB="60967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MIDI</a:t>
                      </a:r>
                      <a:endParaRPr sz="16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121933" marR="121933" marT="60967" marB="60967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SOIR</a:t>
                      </a:r>
                      <a:endParaRPr sz="16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121933" marR="121933" marT="60967" marB="60967"/>
                </a:tc>
              </a:tr>
              <a:tr h="40641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Adulte</a:t>
                      </a:r>
                      <a:endParaRPr sz="16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121933" marR="121933" marT="60967" marB="60967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 gélule</a:t>
                      </a:r>
                      <a:endParaRPr sz="16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121933" marR="121933" marT="60967" marB="60967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900" u="none" strike="noStrike" cap="none"/>
                        <a:t>       -</a:t>
                      </a:r>
                      <a:endParaRPr sz="1900" u="none" strike="noStrike" cap="none"/>
                    </a:p>
                  </a:txBody>
                  <a:tcPr marL="121933" marR="121933" marT="60967" marB="60967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900" u="none" strike="noStrike" cap="none"/>
                        <a:t>       -</a:t>
                      </a:r>
                      <a:endParaRPr sz="1900" u="none" strike="noStrike" cap="none"/>
                    </a:p>
                  </a:txBody>
                  <a:tcPr marL="121933" marR="121933" marT="60967" marB="60967"/>
                </a:tc>
              </a:tr>
              <a:tr h="366900"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300" u="none" strike="noStrike" cap="none" dirty="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2 gélules en cas de besoin, pendant au moins un mois</a:t>
                      </a:r>
                      <a:endParaRPr sz="1300" u="none" strike="noStrike" cap="none" dirty="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121933" marR="121933" marT="60967" marB="60967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100" name="Picture 4" descr="https://vital.com.tn/wp-content/uploads/2025/06/FERBIOTIC-LIP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7" y="1778000"/>
            <a:ext cx="3810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4903661"/>
      </p:ext>
    </p:extLst>
  </p:cSld>
  <p:clrMapOvr>
    <a:masterClrMapping/>
  </p:clrMapOvr>
</p:sld>
</file>

<file path=ppt/theme/theme1.xml><?xml version="1.0" encoding="utf-8"?>
<a:theme xmlns:a="http://schemas.openxmlformats.org/drawingml/2006/main" name="Minimalist SEO Strategy by Slidesgo">
  <a:themeElements>
    <a:clrScheme name="Simple Light">
      <a:dk1>
        <a:srgbClr val="35535B"/>
      </a:dk1>
      <a:lt1>
        <a:srgbClr val="FFFFFF"/>
      </a:lt1>
      <a:dk2>
        <a:srgbClr val="666666"/>
      </a:dk2>
      <a:lt2>
        <a:srgbClr val="FFFFFF"/>
      </a:lt2>
      <a:accent1>
        <a:srgbClr val="E14D4D"/>
      </a:accent1>
      <a:accent2>
        <a:srgbClr val="35535B"/>
      </a:accent2>
      <a:accent3>
        <a:srgbClr val="8ED9DC"/>
      </a:accent3>
      <a:accent4>
        <a:srgbClr val="999999"/>
      </a:accent4>
      <a:accent5>
        <a:srgbClr val="35535B"/>
      </a:accent5>
      <a:accent6>
        <a:srgbClr val="E14D4D"/>
      </a:accent6>
      <a:hlink>
        <a:srgbClr val="99999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Minimalist SEO Strategy by Slidesgo">
  <a:themeElements>
    <a:clrScheme name="Simple Light">
      <a:dk1>
        <a:srgbClr val="35535B"/>
      </a:dk1>
      <a:lt1>
        <a:srgbClr val="FFFFFF"/>
      </a:lt1>
      <a:dk2>
        <a:srgbClr val="666666"/>
      </a:dk2>
      <a:lt2>
        <a:srgbClr val="FFFFFF"/>
      </a:lt2>
      <a:accent1>
        <a:srgbClr val="E14D4D"/>
      </a:accent1>
      <a:accent2>
        <a:srgbClr val="35535B"/>
      </a:accent2>
      <a:accent3>
        <a:srgbClr val="8ED9DC"/>
      </a:accent3>
      <a:accent4>
        <a:srgbClr val="999999"/>
      </a:accent4>
      <a:accent5>
        <a:srgbClr val="35535B"/>
      </a:accent5>
      <a:accent6>
        <a:srgbClr val="E14D4D"/>
      </a:accent6>
      <a:hlink>
        <a:srgbClr val="99999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Minimalist SEO Strategy by Slidesgo">
  <a:themeElements>
    <a:clrScheme name="Simple Light">
      <a:dk1>
        <a:srgbClr val="35535B"/>
      </a:dk1>
      <a:lt1>
        <a:srgbClr val="FFFFFF"/>
      </a:lt1>
      <a:dk2>
        <a:srgbClr val="666666"/>
      </a:dk2>
      <a:lt2>
        <a:srgbClr val="FFFFFF"/>
      </a:lt2>
      <a:accent1>
        <a:srgbClr val="E14D4D"/>
      </a:accent1>
      <a:accent2>
        <a:srgbClr val="35535B"/>
      </a:accent2>
      <a:accent3>
        <a:srgbClr val="8ED9DC"/>
      </a:accent3>
      <a:accent4>
        <a:srgbClr val="999999"/>
      </a:accent4>
      <a:accent5>
        <a:srgbClr val="35535B"/>
      </a:accent5>
      <a:accent6>
        <a:srgbClr val="E14D4D"/>
      </a:accent6>
      <a:hlink>
        <a:srgbClr val="99999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Minimalist SEO Strategy by Slidesgo">
  <a:themeElements>
    <a:clrScheme name="Simple Light">
      <a:dk1>
        <a:srgbClr val="35535B"/>
      </a:dk1>
      <a:lt1>
        <a:srgbClr val="FFFFFF"/>
      </a:lt1>
      <a:dk2>
        <a:srgbClr val="666666"/>
      </a:dk2>
      <a:lt2>
        <a:srgbClr val="FFFFFF"/>
      </a:lt2>
      <a:accent1>
        <a:srgbClr val="E14D4D"/>
      </a:accent1>
      <a:accent2>
        <a:srgbClr val="35535B"/>
      </a:accent2>
      <a:accent3>
        <a:srgbClr val="8ED9DC"/>
      </a:accent3>
      <a:accent4>
        <a:srgbClr val="999999"/>
      </a:accent4>
      <a:accent5>
        <a:srgbClr val="35535B"/>
      </a:accent5>
      <a:accent6>
        <a:srgbClr val="E14D4D"/>
      </a:accent6>
      <a:hlink>
        <a:srgbClr val="99999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Minimalist SEO Strategy by Slidesgo">
  <a:themeElements>
    <a:clrScheme name="Simple Light">
      <a:dk1>
        <a:srgbClr val="35535B"/>
      </a:dk1>
      <a:lt1>
        <a:srgbClr val="FFFFFF"/>
      </a:lt1>
      <a:dk2>
        <a:srgbClr val="666666"/>
      </a:dk2>
      <a:lt2>
        <a:srgbClr val="FFFFFF"/>
      </a:lt2>
      <a:accent1>
        <a:srgbClr val="E14D4D"/>
      </a:accent1>
      <a:accent2>
        <a:srgbClr val="35535B"/>
      </a:accent2>
      <a:accent3>
        <a:srgbClr val="8ED9DC"/>
      </a:accent3>
      <a:accent4>
        <a:srgbClr val="999999"/>
      </a:accent4>
      <a:accent5>
        <a:srgbClr val="35535B"/>
      </a:accent5>
      <a:accent6>
        <a:srgbClr val="E14D4D"/>
      </a:accent6>
      <a:hlink>
        <a:srgbClr val="99999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5_Minimalist SEO Strategy by Slidesgo">
  <a:themeElements>
    <a:clrScheme name="Simple Light">
      <a:dk1>
        <a:srgbClr val="35535B"/>
      </a:dk1>
      <a:lt1>
        <a:srgbClr val="FFFFFF"/>
      </a:lt1>
      <a:dk2>
        <a:srgbClr val="666666"/>
      </a:dk2>
      <a:lt2>
        <a:srgbClr val="FFFFFF"/>
      </a:lt2>
      <a:accent1>
        <a:srgbClr val="E14D4D"/>
      </a:accent1>
      <a:accent2>
        <a:srgbClr val="35535B"/>
      </a:accent2>
      <a:accent3>
        <a:srgbClr val="8ED9DC"/>
      </a:accent3>
      <a:accent4>
        <a:srgbClr val="999999"/>
      </a:accent4>
      <a:accent5>
        <a:srgbClr val="35535B"/>
      </a:accent5>
      <a:accent6>
        <a:srgbClr val="E14D4D"/>
      </a:accent6>
      <a:hlink>
        <a:srgbClr val="99999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230</Words>
  <Application>Microsoft Office PowerPoint</Application>
  <PresentationFormat>Grand écran</PresentationFormat>
  <Paragraphs>89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6</vt:i4>
      </vt:variant>
      <vt:variant>
        <vt:lpstr>Titres des diapositives</vt:lpstr>
      </vt:variant>
      <vt:variant>
        <vt:i4>6</vt:i4>
      </vt:variant>
    </vt:vector>
  </HeadingPairs>
  <TitlesOfParts>
    <vt:vector size="20" baseType="lpstr">
      <vt:lpstr>Arial</vt:lpstr>
      <vt:lpstr>Calibri</vt:lpstr>
      <vt:lpstr>Montserrat</vt:lpstr>
      <vt:lpstr>Montserrat ExtraBold</vt:lpstr>
      <vt:lpstr>Montserrat Medium</vt:lpstr>
      <vt:lpstr>Oswald Medium</vt:lpstr>
      <vt:lpstr>Poppins</vt:lpstr>
      <vt:lpstr>Raleway</vt:lpstr>
      <vt:lpstr>Minimalist SEO Strategy by Slidesgo</vt:lpstr>
      <vt:lpstr>1_Minimalist SEO Strategy by Slidesgo</vt:lpstr>
      <vt:lpstr>2_Minimalist SEO Strategy by Slidesgo</vt:lpstr>
      <vt:lpstr>3_Minimalist SEO Strategy by Slidesgo</vt:lpstr>
      <vt:lpstr>4_Minimalist SEO Strategy by Slidesgo</vt:lpstr>
      <vt:lpstr>5_Minimalist SEO Strategy by Slidesgo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</dc:creator>
  <cp:lastModifiedBy>a</cp:lastModifiedBy>
  <cp:revision>1</cp:revision>
  <dcterms:created xsi:type="dcterms:W3CDTF">2026-03-10T10:08:29Z</dcterms:created>
  <dcterms:modified xsi:type="dcterms:W3CDTF">2026-03-10T10:08:49Z</dcterms:modified>
</cp:coreProperties>
</file>