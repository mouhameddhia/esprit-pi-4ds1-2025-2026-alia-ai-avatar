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22"/>
  </p:notesMasterIdLst>
  <p:sldIdLst>
    <p:sldId id="307" r:id="rId2"/>
    <p:sldId id="436" r:id="rId3"/>
    <p:sldId id="445" r:id="rId4"/>
    <p:sldId id="416" r:id="rId5"/>
    <p:sldId id="424" r:id="rId6"/>
    <p:sldId id="425" r:id="rId7"/>
    <p:sldId id="426" r:id="rId8"/>
    <p:sldId id="427" r:id="rId9"/>
    <p:sldId id="430" r:id="rId10"/>
    <p:sldId id="431" r:id="rId11"/>
    <p:sldId id="432" r:id="rId12"/>
    <p:sldId id="437" r:id="rId13"/>
    <p:sldId id="444" r:id="rId14"/>
    <p:sldId id="438" r:id="rId15"/>
    <p:sldId id="443" r:id="rId16"/>
    <p:sldId id="439" r:id="rId17"/>
    <p:sldId id="440" r:id="rId18"/>
    <p:sldId id="442" r:id="rId19"/>
    <p:sldId id="441" r:id="rId20"/>
    <p:sldId id="446" r:id="rId21"/>
  </p:sldIdLst>
  <p:sldSz cx="9144000" cy="5143500" type="screen16x9"/>
  <p:notesSz cx="6858000" cy="9144000"/>
  <p:embeddedFontLst>
    <p:embeddedFont>
      <p:font typeface="Oswald Medium" panose="020B0604020202020204" charset="0"/>
      <p:regular r:id="rId23"/>
      <p:bold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Montserrat" panose="020B0604020202020204" charset="0"/>
      <p:regular r:id="rId33"/>
      <p:bold r:id="rId34"/>
      <p:italic r:id="rId35"/>
      <p:boldItalic r:id="rId36"/>
    </p:embeddedFont>
    <p:embeddedFont>
      <p:font typeface="Raleway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535B"/>
    <a:srgbClr val="E14D4D"/>
    <a:srgbClr val="6D6D6D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70" d="100"/>
          <a:sy n="70" d="100"/>
        </p:scale>
        <p:origin x="1284" y="61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6083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0044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861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2673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8630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168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2284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624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8387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5726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130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5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916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1392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695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8792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49211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789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24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784421" y="333829"/>
            <a:ext cx="60379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4800" cap="all" dirty="0" smtClean="0">
                <a:solidFill>
                  <a:srgbClr val="E14D4D"/>
                </a:solidFill>
              </a:rPr>
              <a:t/>
            </a:r>
            <a:br>
              <a:rPr lang="fr-FR" sz="4800" cap="all" dirty="0" smtClean="0">
                <a:solidFill>
                  <a:srgbClr val="E14D4D"/>
                </a:solidFill>
              </a:rPr>
            </a:br>
            <a:r>
              <a:rPr lang="fr-FR" sz="6000" cap="all" dirty="0" smtClean="0">
                <a:solidFill>
                  <a:srgbClr val="E14D4D"/>
                </a:solidFill>
              </a:rPr>
              <a:t>HYDRA </a:t>
            </a:r>
            <a:endParaRPr lang="fr-FR" sz="60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640080" y="573509"/>
            <a:ext cx="576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8075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3542935" y="391642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200" dirty="0" smtClean="0"/>
              <a:t>. 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280141" y="161130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539750" y="473346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HYDRA</a:t>
            </a:r>
            <a:r>
              <a:rPr lang="fr-FR" sz="2800" dirty="0" smtClean="0">
                <a:solidFill>
                  <a:schemeClr val="bg1"/>
                </a:solidFill>
                <a:latin typeface="Montserrat ExtraBold" panose="00000900000000000000" pitchFamily="50" charset="0"/>
              </a:rPr>
              <a:t> </a:t>
            </a:r>
            <a:endParaRPr lang="fr-FR" sz="2800" dirty="0">
              <a:solidFill>
                <a:schemeClr val="bg1"/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38292" y="289779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CONSEILS D'UTILISATION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976880"/>
              </p:ext>
            </p:extLst>
          </p:nvPr>
        </p:nvGraphicFramePr>
        <p:xfrm>
          <a:off x="4332358" y="3378250"/>
          <a:ext cx="4569904" cy="12811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42476"/>
                <a:gridCol w="3427428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b="0" i="0" u="none" strike="noStrike" cap="none" baseline="0" dirty="0" smtClean="0">
                        <a:solidFill>
                          <a:schemeClr val="dk1"/>
                        </a:solidFill>
                        <a:latin typeface="Montserrat" panose="020B0604020202020204" charset="0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 Appliquez le gel sur le visage mouillé quotidiennement 1 à 2 fois par jour pendant une minute sans </a:t>
                      </a: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frotter les zones délicates puis rincer. </a:t>
                      </a:r>
                      <a:endParaRPr lang="fr-FR" sz="1200" dirty="0" smtClean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3035744" y="1801004"/>
            <a:ext cx="713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90</a:t>
            </a:r>
            <a:r>
              <a:rPr lang="fr-FR" dirty="0" smtClean="0">
                <a:solidFill>
                  <a:schemeClr val="bg1"/>
                </a:solidFill>
                <a:latin typeface="Montserrat" panose="020B0604020202020204" charset="0"/>
              </a:rPr>
              <a:t> gr</a:t>
            </a:r>
            <a:r>
              <a:rPr lang="fr-FR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 gr</a:t>
            </a:r>
            <a:endParaRPr lang="fr-F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Crème</a:t>
            </a:r>
            <a:endParaRPr lang="fr-FR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11268" name="Picture 4" descr="https://vital.com.tn/wp-content/uploads/2020/09/Hydra-boit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91" y="1352568"/>
            <a:ext cx="2621583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124162" y="1789802"/>
            <a:ext cx="526157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Beurre </a:t>
            </a:r>
            <a:r>
              <a:rPr lang="fr-FR" sz="1200" dirty="0">
                <a:latin typeface="Montserrat" panose="020B0604020202020204" charset="0"/>
              </a:rPr>
              <a:t>de karité </a:t>
            </a:r>
            <a:r>
              <a:rPr lang="fr-FR" sz="1200" dirty="0" smtClean="0">
                <a:latin typeface="Montserrat" panose="020B0604020202020204" charset="0"/>
              </a:rPr>
              <a:t>(BUTYROSPERMUM </a:t>
            </a:r>
            <a:r>
              <a:rPr lang="fr-FR" sz="1200" dirty="0">
                <a:latin typeface="Montserrat" panose="020B0604020202020204" charset="0"/>
              </a:rPr>
              <a:t>PARKII </a:t>
            </a:r>
            <a:r>
              <a:rPr lang="fr-FR" sz="1200" dirty="0" smtClean="0">
                <a:latin typeface="Montserrat" panose="020B0604020202020204" charset="0"/>
              </a:rPr>
              <a:t>BUTTER) 0.55g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Huile </a:t>
            </a:r>
            <a:r>
              <a:rPr lang="fr-FR" sz="1200" dirty="0">
                <a:latin typeface="Montserrat" panose="020B0604020202020204" charset="0"/>
              </a:rPr>
              <a:t>végétale d’avocat </a:t>
            </a:r>
            <a:r>
              <a:rPr lang="fr-FR" sz="1200" dirty="0" smtClean="0">
                <a:latin typeface="Montserrat" panose="020B0604020202020204" charset="0"/>
              </a:rPr>
              <a:t>‘</a:t>
            </a:r>
            <a:r>
              <a:rPr lang="it-IT" sz="1200" dirty="0" smtClean="0">
                <a:latin typeface="Montserrat" panose="020B0604020202020204" charset="0"/>
              </a:rPr>
              <a:t>PERSEA </a:t>
            </a:r>
            <a:r>
              <a:rPr lang="it-IT" sz="1200" dirty="0">
                <a:latin typeface="Montserrat" panose="020B0604020202020204" charset="0"/>
              </a:rPr>
              <a:t>GRATISSIMA </a:t>
            </a:r>
            <a:r>
              <a:rPr lang="it-IT" sz="1200" dirty="0" smtClean="0">
                <a:latin typeface="Montserrat" panose="020B0604020202020204" charset="0"/>
              </a:rPr>
              <a:t>OIL) 0.37 </a:t>
            </a:r>
            <a:r>
              <a:rPr lang="it-IT" sz="1200" dirty="0">
                <a:latin typeface="Montserrat" panose="020B0604020202020204" charset="0"/>
              </a:rPr>
              <a:t>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Gel </a:t>
            </a:r>
            <a:r>
              <a:rPr lang="fr-FR" sz="1200" dirty="0">
                <a:latin typeface="Montserrat" panose="020B0604020202020204" charset="0"/>
              </a:rPr>
              <a:t>d'</a:t>
            </a:r>
            <a:r>
              <a:rPr lang="fr-FR" sz="1200" dirty="0" err="1">
                <a:latin typeface="Montserrat" panose="020B0604020202020204" charset="0"/>
              </a:rPr>
              <a:t>aloés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err="1">
                <a:latin typeface="Montserrat" panose="020B0604020202020204" charset="0"/>
              </a:rPr>
              <a:t>vera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smtClean="0">
                <a:latin typeface="Montserrat" panose="020B0604020202020204" charset="0"/>
              </a:rPr>
              <a:t>(</a:t>
            </a:r>
            <a:r>
              <a:rPr lang="fr-FR" sz="1200" i="1" dirty="0" smtClean="0">
                <a:latin typeface="Montserrat" panose="020B0604020202020204" charset="0"/>
              </a:rPr>
              <a:t>ALOE </a:t>
            </a:r>
            <a:r>
              <a:rPr lang="fr-FR" sz="1200" i="1" dirty="0">
                <a:latin typeface="Montserrat" panose="020B0604020202020204" charset="0"/>
              </a:rPr>
              <a:t>BARBADENSIS LEAF </a:t>
            </a:r>
            <a:r>
              <a:rPr lang="fr-FR" sz="1200" i="1" dirty="0" smtClean="0">
                <a:latin typeface="Montserrat" panose="020B0604020202020204" charset="0"/>
              </a:rPr>
              <a:t>JUICE) </a:t>
            </a:r>
            <a:r>
              <a:rPr lang="fr-FR" sz="1200" dirty="0" smtClean="0">
                <a:latin typeface="Montserrat" panose="020B0604020202020204" charset="0"/>
              </a:rPr>
              <a:t>0.27 </a:t>
            </a:r>
            <a:r>
              <a:rPr lang="fr-FR" sz="1200" dirty="0">
                <a:latin typeface="Montserrat" panose="020B0604020202020204" charset="0"/>
              </a:rPr>
              <a:t>g </a:t>
            </a:r>
            <a:r>
              <a:rPr lang="fr-FR" sz="1800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194529" y="466252"/>
            <a:ext cx="39087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Purifie la peau, restaure l’hydratation cutanée et apaise les irritations.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Élimine les impuretés, renforce l’hydratation épidermique et procure un effet apaisant.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Nettoie efficacement, maintient l’équilibre hydrique cutané et réduit l’inconfort cutané</a:t>
            </a:r>
          </a:p>
        </p:txBody>
      </p:sp>
    </p:spTree>
    <p:extLst>
      <p:ext uri="{BB962C8B-B14F-4D97-AF65-F5344CB8AC3E}">
        <p14:creationId xmlns:p14="http://schemas.microsoft.com/office/powerpoint/2010/main" val="334134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2" y="1185307"/>
            <a:ext cx="3958193" cy="3958193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8075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33059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Permet </a:t>
            </a:r>
            <a:r>
              <a:rPr lang="fr-FR" sz="1200" dirty="0">
                <a:latin typeface="Montserrat" panose="020B0604020202020204" charset="0"/>
              </a:rPr>
              <a:t>d'atténuer les brûlures superficielles du premier degré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Favorise </a:t>
            </a:r>
            <a:r>
              <a:rPr lang="fr-FR" sz="1200" dirty="0">
                <a:latin typeface="Montserrat" panose="020B0604020202020204" charset="0"/>
              </a:rPr>
              <a:t>la cicatrisation rapide avec une bonne hydratation de la peau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Apaise </a:t>
            </a:r>
            <a:r>
              <a:rPr lang="fr-FR" sz="1200" dirty="0">
                <a:latin typeface="Montserrat" panose="020B0604020202020204" charset="0"/>
              </a:rPr>
              <a:t>les piqûres et les rougeurs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4913" y="127538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361003" y="461894"/>
            <a:ext cx="594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 smtClean="0">
                <a:solidFill>
                  <a:schemeClr val="bg1"/>
                </a:solidFill>
                <a:latin typeface="Montserrat" panose="020B0604020202020204" charset="0"/>
              </a:rPr>
              <a:t>     HYDRAFINE ANTIBRULURE</a:t>
            </a:r>
            <a:r>
              <a:rPr lang="fr-FR" sz="1800" dirty="0" smtClean="0">
                <a:solidFill>
                  <a:schemeClr val="bg1"/>
                </a:solidFill>
                <a:latin typeface="Montserrat ExtraBold" panose="00000900000000000000" pitchFamily="50" charset="0"/>
              </a:rPr>
              <a:t> </a:t>
            </a:r>
            <a:endParaRPr lang="fr-FR" sz="1800" dirty="0">
              <a:solidFill>
                <a:schemeClr val="bg1"/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1632495"/>
            <a:ext cx="39949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calendula (Calendula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Beurre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Karité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Butyrospermum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parkii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d'amande douce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Prumus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amygdalus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noix de coco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D-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panthénol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d'onagre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Vitamine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Gel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aloés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vera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B-sitostérol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Millepertuis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Hypericum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perforatum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)elle de Térébenthine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70691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CONSEILS D'UTILISATION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404249"/>
              </p:ext>
            </p:extLst>
          </p:nvPr>
        </p:nvGraphicFramePr>
        <p:xfrm>
          <a:off x="4394964" y="4228121"/>
          <a:ext cx="4347884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86971"/>
                <a:gridCol w="3260913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Après avoir soigneusement nettoyé la zone traitée, appliquer en couche épaisse 2 à 3 fois par jour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3035744" y="1801004"/>
            <a:ext cx="713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90</a:t>
            </a:r>
            <a:r>
              <a:rPr lang="fr-FR" dirty="0" smtClean="0">
                <a:solidFill>
                  <a:schemeClr val="bg1"/>
                </a:solidFill>
                <a:latin typeface="Montserrat" panose="020B0604020202020204" charset="0"/>
              </a:rPr>
              <a:t> gr</a:t>
            </a:r>
            <a:r>
              <a:rPr lang="fr-FR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 gr</a:t>
            </a:r>
            <a:endParaRPr lang="fr-F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Crème</a:t>
            </a:r>
            <a:endParaRPr lang="fr-FR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0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8075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25960" y="524430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/>
              <a:t>Protège les peaux sensibilisées grâce à ses propriétés apaisantes, pro-cicatrisantes et hydratantes.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72329" y="117094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164391" y="527438"/>
            <a:ext cx="5259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  HYDRAFINE APRES EPILATION</a:t>
            </a:r>
            <a:r>
              <a:rPr lang="fr-FR" sz="2000" dirty="0" smtClean="0">
                <a:solidFill>
                  <a:schemeClr val="bg1"/>
                </a:solidFill>
                <a:latin typeface="Montserrat ExtraBold" panose="00000900000000000000" pitchFamily="50" charset="0"/>
              </a:rPr>
              <a:t> </a:t>
            </a:r>
            <a:endParaRPr lang="fr-FR" sz="2000" dirty="0">
              <a:solidFill>
                <a:schemeClr val="bg1"/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46231" y="399682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CONSEILS D'UTILISATION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434700"/>
              </p:ext>
            </p:extLst>
          </p:nvPr>
        </p:nvGraphicFramePr>
        <p:xfrm>
          <a:off x="4470592" y="4411001"/>
          <a:ext cx="3737340" cy="7324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Crème à appliquer en couche épaisse 2 à 3 fois par jour.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3035744" y="1801004"/>
            <a:ext cx="713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90</a:t>
            </a:r>
            <a:r>
              <a:rPr lang="fr-FR" dirty="0" smtClean="0">
                <a:solidFill>
                  <a:schemeClr val="bg1"/>
                </a:solidFill>
                <a:latin typeface="Montserrat" panose="020B0604020202020204" charset="0"/>
              </a:rPr>
              <a:t> gr</a:t>
            </a:r>
            <a:r>
              <a:rPr lang="fr-FR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 gr</a:t>
            </a:r>
            <a:endParaRPr lang="fr-F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Crème</a:t>
            </a:r>
            <a:endParaRPr lang="fr-FR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04907" y="1555703"/>
            <a:ext cx="5462042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Extrait glycolique de </a:t>
            </a:r>
            <a:r>
              <a:rPr lang="fr-FR" sz="1200" dirty="0" smtClean="0">
                <a:latin typeface="Montserrat" panose="020B0604020202020204" charset="0"/>
              </a:rPr>
              <a:t>calendula(Calendula </a:t>
            </a:r>
            <a:r>
              <a:rPr lang="fr-FR" sz="1200" dirty="0" err="1" smtClean="0">
                <a:latin typeface="Montserrat" panose="020B0604020202020204" charset="0"/>
              </a:rPr>
              <a:t>officinalis</a:t>
            </a:r>
            <a:r>
              <a:rPr lang="fr-FR" sz="1200" dirty="0" smtClean="0">
                <a:latin typeface="Montserrat" panose="020B0604020202020204" charset="0"/>
              </a:rPr>
              <a:t>)3.6g</a:t>
            </a: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Beurre de </a:t>
            </a:r>
            <a:r>
              <a:rPr lang="fr-FR" sz="1200" dirty="0" smtClean="0">
                <a:latin typeface="Montserrat" panose="020B0604020202020204" charset="0"/>
              </a:rPr>
              <a:t>Karité(</a:t>
            </a:r>
            <a:r>
              <a:rPr lang="fr-FR" sz="1200" dirty="0" err="1" smtClean="0">
                <a:latin typeface="Montserrat" panose="020B0604020202020204" charset="0"/>
              </a:rPr>
              <a:t>Butyrospermum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parkii</a:t>
            </a:r>
            <a:r>
              <a:rPr lang="fr-FR" sz="1200" dirty="0" smtClean="0">
                <a:latin typeface="Montserrat" panose="020B0604020202020204" charset="0"/>
              </a:rPr>
              <a:t>)1.8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d’amande </a:t>
            </a:r>
            <a:r>
              <a:rPr lang="fr-FR" sz="1200" dirty="0" smtClean="0">
                <a:latin typeface="Montserrat" panose="020B0604020202020204" charset="0"/>
              </a:rPr>
              <a:t>douce(</a:t>
            </a:r>
            <a:r>
              <a:rPr lang="fr-FR" sz="1200" dirty="0" err="1" smtClean="0">
                <a:latin typeface="Montserrat" panose="020B0604020202020204" charset="0"/>
              </a:rPr>
              <a:t>Prumus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amygdalus</a:t>
            </a:r>
            <a:r>
              <a:rPr lang="fr-FR" sz="1200" dirty="0" smtClean="0">
                <a:latin typeface="Montserrat" panose="020B0604020202020204" charset="0"/>
              </a:rPr>
              <a:t>)1.8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de noix de coco 1.8 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D-</a:t>
            </a:r>
            <a:r>
              <a:rPr lang="fr-FR" sz="1200" dirty="0" err="1">
                <a:latin typeface="Montserrat" panose="020B0604020202020204" charset="0"/>
              </a:rPr>
              <a:t>panthénol</a:t>
            </a:r>
            <a:r>
              <a:rPr lang="fr-FR" sz="1200" dirty="0">
                <a:latin typeface="Montserrat" panose="020B0604020202020204" charset="0"/>
              </a:rPr>
              <a:t> 1.8 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d'onagres 0.9 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Vitamine </a:t>
            </a:r>
            <a:r>
              <a:rPr lang="fr-FR" sz="1200" dirty="0" smtClean="0">
                <a:latin typeface="Montserrat" panose="020B0604020202020204" charset="0"/>
              </a:rPr>
              <a:t>E DL-alpha-</a:t>
            </a:r>
            <a:r>
              <a:rPr lang="fr-FR" sz="1200" dirty="0" err="1" smtClean="0">
                <a:latin typeface="Montserrat" panose="020B0604020202020204" charset="0"/>
              </a:rPr>
              <a:t>Tocopherol</a:t>
            </a:r>
            <a:r>
              <a:rPr lang="fr-FR" sz="1200" dirty="0" smtClean="0">
                <a:latin typeface="Montserrat" panose="020B0604020202020204" charset="0"/>
              </a:rPr>
              <a:t> Acetate0.36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Gel d'</a:t>
            </a:r>
            <a:r>
              <a:rPr lang="fr-FR" sz="1200" dirty="0" err="1">
                <a:latin typeface="Montserrat" panose="020B0604020202020204" charset="0"/>
              </a:rPr>
              <a:t>aloés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vera</a:t>
            </a:r>
            <a:r>
              <a:rPr lang="nn-NO" sz="1200" dirty="0" smtClean="0">
                <a:latin typeface="Montserrat" panose="020B0604020202020204" charset="0"/>
              </a:rPr>
              <a:t>Aloe </a:t>
            </a:r>
            <a:r>
              <a:rPr lang="nn-NO" sz="1200" dirty="0">
                <a:latin typeface="Montserrat" panose="020B0604020202020204" charset="0"/>
              </a:rPr>
              <a:t>barbadensis Mill. (= A. vera L.)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Suc concentré et séché provenant des feuilles </a:t>
            </a:r>
            <a:r>
              <a:rPr lang="fr-FR" sz="1200" dirty="0" smtClean="0">
                <a:latin typeface="Montserrat" panose="020B0604020202020204" charset="0"/>
              </a:rPr>
              <a:t>0.18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Allantoïne 0.09g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B-sitostérol 0.054 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Extrait sec de </a:t>
            </a:r>
            <a:r>
              <a:rPr lang="fr-FR" sz="1200" dirty="0" err="1" smtClean="0">
                <a:latin typeface="Montserrat" panose="020B0604020202020204" charset="0"/>
              </a:rPr>
              <a:t>MillepertuisHypericum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perforatum</a:t>
            </a:r>
            <a:endParaRPr lang="fr-FR" sz="1200" dirty="0" smtClean="0">
              <a:latin typeface="Montserrat" panose="020B0604020202020204" charset="0"/>
            </a:endParaRPr>
          </a:p>
          <a:p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smtClean="0">
                <a:latin typeface="Montserrat" panose="020B0604020202020204" charset="0"/>
              </a:rPr>
              <a:t>   sommité fleurie 0.036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</p:txBody>
      </p:sp>
      <p:pic>
        <p:nvPicPr>
          <p:cNvPr id="6146" name="Picture 2" descr="https://vital.com.tn/wp-content/uploads/2023/10/HYDRAfine-Apres-epilatio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2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78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77" y="996566"/>
            <a:ext cx="4114496" cy="4114496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95210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Apaise </a:t>
            </a:r>
            <a:r>
              <a:rPr lang="fr-FR" sz="1200" dirty="0">
                <a:latin typeface="Montserrat" panose="020B0604020202020204" charset="0"/>
              </a:rPr>
              <a:t>des coups de soleils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Stimule </a:t>
            </a:r>
            <a:r>
              <a:rPr lang="fr-FR" sz="1200" dirty="0">
                <a:latin typeface="Montserrat" panose="020B0604020202020204" charset="0"/>
              </a:rPr>
              <a:t>le renouvellement cellulaire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Facilite </a:t>
            </a:r>
            <a:r>
              <a:rPr lang="fr-FR" sz="1200" dirty="0">
                <a:latin typeface="Montserrat" panose="020B0604020202020204" charset="0"/>
              </a:rPr>
              <a:t>le processus de réparation de la peau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</a:t>
            </a:r>
            <a:r>
              <a:rPr lang="fr-FR" sz="1200" dirty="0">
                <a:latin typeface="Montserrat" panose="020B0604020202020204" charset="0"/>
              </a:rPr>
              <a:t>les imperfections cutanées et laisse la peau douce et éclatante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4913" y="222551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732631" y="473346"/>
            <a:ext cx="3303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HYDRAVERA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582623"/>
            <a:ext cx="3994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Aloès Vera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7828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189369"/>
              </p:ext>
            </p:extLst>
          </p:nvPr>
        </p:nvGraphicFramePr>
        <p:xfrm>
          <a:off x="4364705" y="3731572"/>
          <a:ext cx="3737340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Appliquer une noisette de gel sur une peau propre et sèche, masser légèrement jusqu'à pénétration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3035744" y="1801004"/>
            <a:ext cx="713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90 </a:t>
            </a:r>
            <a:r>
              <a:rPr lang="fr-FR" b="1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gr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Crème</a:t>
            </a:r>
            <a:endParaRPr lang="fr-FR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9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4913" y="222551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79979"/>
            <a:ext cx="5698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HYDRA EAU MICELLAIRE PEAU NORMALE</a:t>
            </a:r>
            <a:endParaRPr lang="fr-FR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7828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63663"/>
              </p:ext>
            </p:extLst>
          </p:nvPr>
        </p:nvGraphicFramePr>
        <p:xfrm>
          <a:off x="4364705" y="3731572"/>
          <a:ext cx="4452724" cy="109825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3181"/>
                <a:gridCol w="3339543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Imbibez un coton d’Eau Micellaire HYDRA et passez délicatement sur le visage, les yeux et le cou pour</a:t>
                      </a: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nettoyer, sans rinçage.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1026" name="Picture 2" descr="https://vital.com.tn/wp-content/uploads/2022/07/HYDRA-eau-micellaire-peau-normal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4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282459" y="2618854"/>
            <a:ext cx="65539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latin typeface="Montserrat" panose="020B0604020202020204" charset="0"/>
              </a:rPr>
              <a:t>Eau de fleur </a:t>
            </a:r>
            <a:r>
              <a:rPr lang="fr-FR" sz="1200" dirty="0" smtClean="0">
                <a:latin typeface="Montserrat" panose="020B0604020202020204" charset="0"/>
              </a:rPr>
              <a:t>d’oranger (</a:t>
            </a:r>
            <a:r>
              <a:rPr lang="fr-FR" sz="1200" i="1" dirty="0" smtClean="0">
                <a:latin typeface="Montserrat" panose="020B0604020202020204" charset="0"/>
              </a:rPr>
              <a:t>Citrus </a:t>
            </a:r>
            <a:r>
              <a:rPr lang="fr-FR" sz="1200" i="1" dirty="0" err="1" smtClean="0">
                <a:latin typeface="Montserrat" panose="020B0604020202020204" charset="0"/>
              </a:rPr>
              <a:t>aurantium</a:t>
            </a:r>
            <a:r>
              <a:rPr lang="fr-FR" sz="1200" dirty="0" smtClean="0">
                <a:latin typeface="Montserrat" panose="020B0604020202020204" charset="0"/>
              </a:rPr>
              <a:t>) 0.248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r>
              <a:rPr lang="fr-FR" sz="1200" dirty="0">
                <a:latin typeface="Montserrat" panose="020B0604020202020204" charset="0"/>
              </a:rPr>
              <a:t>Hydrolat de </a:t>
            </a:r>
            <a:r>
              <a:rPr lang="fr-FR" sz="1200" dirty="0" smtClean="0">
                <a:latin typeface="Montserrat" panose="020B0604020202020204" charset="0"/>
              </a:rPr>
              <a:t>lavande </a:t>
            </a:r>
            <a:r>
              <a:rPr lang="fr-FR" sz="1200" i="1" dirty="0" smtClean="0">
                <a:latin typeface="Montserrat" panose="020B0604020202020204" charset="0"/>
              </a:rPr>
              <a:t>(</a:t>
            </a:r>
            <a:r>
              <a:rPr lang="fr-FR" sz="1200" i="1" dirty="0" err="1" smtClean="0">
                <a:latin typeface="Montserrat" panose="020B0604020202020204" charset="0"/>
              </a:rPr>
              <a:t>Lavandula</a:t>
            </a:r>
            <a:r>
              <a:rPr lang="fr-FR" sz="1200" i="1" dirty="0" smtClean="0">
                <a:latin typeface="Montserrat" panose="020B0604020202020204" charset="0"/>
              </a:rPr>
              <a:t> </a:t>
            </a:r>
            <a:r>
              <a:rPr lang="fr-FR" sz="1200" i="1" dirty="0" err="1" smtClean="0">
                <a:latin typeface="Montserrat" panose="020B0604020202020204" charset="0"/>
              </a:rPr>
              <a:t>angustifolia</a:t>
            </a:r>
            <a:r>
              <a:rPr lang="fr-FR" sz="1200" i="1" dirty="0" smtClean="0">
                <a:latin typeface="Montserrat" panose="020B0604020202020204" charset="0"/>
              </a:rPr>
              <a:t>) </a:t>
            </a:r>
            <a:r>
              <a:rPr lang="fr-FR" sz="1200" dirty="0" smtClean="0">
                <a:latin typeface="Montserrat" panose="020B0604020202020204" charset="0"/>
              </a:rPr>
              <a:t>0.248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r>
              <a:rPr lang="fr-FR" sz="1200" dirty="0">
                <a:latin typeface="Montserrat" panose="020B0604020202020204" charset="0"/>
              </a:rPr>
              <a:t>Eau de rose 0.248 g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type="subTitle" idx="13"/>
          </p:nvPr>
        </p:nvSpPr>
        <p:spPr bwMode="auto">
          <a:xfrm>
            <a:off x="4344329" y="944415"/>
            <a:ext cx="386360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 charset="0"/>
              </a:rPr>
              <a:t>Élimine efficacement les impuretés et le maquillage tout en purifiant la peau.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 charset="0"/>
              </a:rPr>
              <a:t>Assure un nettoyage complet, retire le maquillage et contribue à la purification cutanée.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 charset="0"/>
              </a:rPr>
              <a:t>Déloge les impuretés, dissout le maquillage et favorise une peau purifiée</a:t>
            </a:r>
          </a:p>
        </p:txBody>
      </p:sp>
    </p:spTree>
    <p:extLst>
      <p:ext uri="{BB962C8B-B14F-4D97-AF65-F5344CB8AC3E}">
        <p14:creationId xmlns:p14="http://schemas.microsoft.com/office/powerpoint/2010/main" val="1843388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143549" y="95686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Élimine efficacement et en douceur </a:t>
            </a: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les</a:t>
            </a:r>
          </a:p>
          <a:p>
            <a:pPr marL="139700" indent="0" algn="l"/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Impuretés du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visage et des yeux.</a:t>
            </a:r>
          </a:p>
          <a:p>
            <a:pPr marL="139700" indent="0" algn="l"/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Sa formule, enrichie en glycérine </a:t>
            </a: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hydratante,</a:t>
            </a:r>
          </a:p>
          <a:p>
            <a:pPr marL="139700" indent="0" algn="l"/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protège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des irritations. La peau est nette </a:t>
            </a: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et</a:t>
            </a:r>
          </a:p>
          <a:p>
            <a:pPr marL="139700" indent="0" algn="l"/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fraîche</a:t>
            </a:r>
            <a:endParaRPr sz="1200" dirty="0">
              <a:solidFill>
                <a:schemeClr val="tx1"/>
              </a:solidFill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4913" y="222551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150102" y="575251"/>
            <a:ext cx="4664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Montserrat" panose="020B0604020202020204" charset="0"/>
              </a:rPr>
              <a:t>HYDRA EAU 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MICELAIRE PEAU SECHE</a:t>
            </a:r>
            <a:endParaRPr lang="fr-FR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7828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857304"/>
              </p:ext>
            </p:extLst>
          </p:nvPr>
        </p:nvGraphicFramePr>
        <p:xfrm>
          <a:off x="4364704" y="3731572"/>
          <a:ext cx="4485381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1345"/>
                <a:gridCol w="336403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Appliquer matin et/ou soir à l’aide d’un coton sur le visage et les yeux.</a:t>
                      </a: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Sans rinçage.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2050" name="Picture 2" descr="https://vital.com.tn/wp-content/uploads/2022/07/HYDRA-eau-micellaire-peau-sech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57001" y="2509705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Eau de rose 0.25 </a:t>
            </a:r>
            <a:r>
              <a:rPr lang="fr-FR" sz="1200" dirty="0" smtClean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Eau </a:t>
            </a:r>
            <a:r>
              <a:rPr lang="fr-FR" sz="1200" dirty="0">
                <a:latin typeface="Montserrat" panose="020B0604020202020204" charset="0"/>
              </a:rPr>
              <a:t>de fleur </a:t>
            </a:r>
            <a:r>
              <a:rPr lang="fr-FR" sz="1200" dirty="0" smtClean="0">
                <a:latin typeface="Montserrat" panose="020B0604020202020204" charset="0"/>
              </a:rPr>
              <a:t>d’oranger(</a:t>
            </a:r>
            <a:r>
              <a:rPr lang="fr-FR" sz="1200" i="1" dirty="0" smtClean="0">
                <a:latin typeface="Montserrat" panose="020B0604020202020204" charset="0"/>
              </a:rPr>
              <a:t>Citrus </a:t>
            </a:r>
            <a:r>
              <a:rPr lang="fr-FR" sz="1200" i="1" dirty="0" err="1" smtClean="0">
                <a:latin typeface="Montserrat" panose="020B0604020202020204" charset="0"/>
              </a:rPr>
              <a:t>aurantium</a:t>
            </a:r>
            <a:r>
              <a:rPr lang="fr-FR" sz="1200" dirty="0" smtClean="0">
                <a:latin typeface="Montserrat" panose="020B0604020202020204" charset="0"/>
              </a:rPr>
              <a:t>) 0.25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35876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95210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Adaptée aux </a:t>
            </a:r>
            <a:r>
              <a:rPr lang="fr-FR" sz="1200" dirty="0" smtClean="0">
                <a:latin typeface="Montserrat" panose="020B0604020202020204" charset="0"/>
              </a:rPr>
              <a:t>peaux grasses et </a:t>
            </a:r>
            <a:r>
              <a:rPr lang="fr-FR" sz="1200" dirty="0">
                <a:latin typeface="Montserrat" panose="020B0604020202020204" charset="0"/>
              </a:rPr>
              <a:t>sensibles, elle aide </a:t>
            </a:r>
            <a:r>
              <a:rPr lang="fr-FR" sz="1200" dirty="0" smtClean="0">
                <a:latin typeface="Montserrat" panose="020B0604020202020204" charset="0"/>
              </a:rPr>
              <a:t>à éliminer </a:t>
            </a:r>
            <a:r>
              <a:rPr lang="fr-FR" sz="1200" dirty="0">
                <a:latin typeface="Montserrat" panose="020B0604020202020204" charset="0"/>
              </a:rPr>
              <a:t>les impuretés et à </a:t>
            </a:r>
            <a:r>
              <a:rPr lang="fr-FR" sz="1200" dirty="0" smtClean="0">
                <a:latin typeface="Montserrat" panose="020B0604020202020204" charset="0"/>
              </a:rPr>
              <a:t>se débarrasser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smtClean="0">
                <a:latin typeface="Montserrat" panose="020B0604020202020204" charset="0"/>
              </a:rPr>
              <a:t>de </a:t>
            </a:r>
            <a:r>
              <a:rPr lang="fr-FR" sz="1200" dirty="0">
                <a:latin typeface="Montserrat" panose="020B0604020202020204" charset="0"/>
              </a:rPr>
              <a:t>l’excès de </a:t>
            </a:r>
            <a:r>
              <a:rPr lang="fr-FR" sz="1200" dirty="0" smtClean="0">
                <a:latin typeface="Montserrat" panose="020B0604020202020204" charset="0"/>
              </a:rPr>
              <a:t>sébum en </a:t>
            </a:r>
            <a:r>
              <a:rPr lang="fr-FR" sz="1200" dirty="0">
                <a:latin typeface="Montserrat" panose="020B0604020202020204" charset="0"/>
              </a:rPr>
              <a:t>douceur sans dessécher pour laisser </a:t>
            </a:r>
            <a:r>
              <a:rPr lang="fr-FR" sz="1200" dirty="0" smtClean="0">
                <a:latin typeface="Montserrat" panose="020B0604020202020204" charset="0"/>
              </a:rPr>
              <a:t>la peau </a:t>
            </a:r>
            <a:r>
              <a:rPr lang="fr-FR" sz="1200" dirty="0">
                <a:latin typeface="Montserrat" panose="020B0604020202020204" charset="0"/>
              </a:rPr>
              <a:t>nette et fraîche.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294027" y="196954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0967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96734"/>
              </p:ext>
            </p:extLst>
          </p:nvPr>
        </p:nvGraphicFramePr>
        <p:xfrm>
          <a:off x="4364705" y="3965164"/>
          <a:ext cx="4351685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87921"/>
                <a:gridCol w="3263764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Appliquer matin et/ou soir à l’aide d’un coton sur le visage et les yeux.</a:t>
                      </a: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Sans rinçage.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4098" name="Picture 2" descr="https://vital.com.tn/wp-content/uploads/2022/07/HYDRA-eau-micellaire-peau-grass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/>
          <p:cNvSpPr txBox="1"/>
          <p:nvPr/>
        </p:nvSpPr>
        <p:spPr>
          <a:xfrm>
            <a:off x="113375" y="578637"/>
            <a:ext cx="4344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Montserrat" panose="020B0604020202020204" charset="0"/>
              </a:rPr>
              <a:t>HYDRA EAU 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MICELAIRE PEAU GRASSE</a:t>
            </a:r>
            <a:endParaRPr lang="fr-FR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82459" y="2347843"/>
            <a:ext cx="486154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Hydrolat de </a:t>
            </a:r>
            <a:r>
              <a:rPr lang="fr-FR" sz="1200" dirty="0" smtClean="0">
                <a:latin typeface="Montserrat" panose="020B0604020202020204" charset="0"/>
              </a:rPr>
              <a:t>romarin (</a:t>
            </a:r>
            <a:r>
              <a:rPr lang="fr-FR" sz="1200" i="1" dirty="0" err="1" smtClean="0">
                <a:solidFill>
                  <a:srgbClr val="202124"/>
                </a:solidFill>
                <a:latin typeface="Montserrat" panose="020B0604020202020204" charset="0"/>
              </a:rPr>
              <a:t>Rosmarinus</a:t>
            </a:r>
            <a:r>
              <a:rPr lang="fr-FR" sz="1200" i="1" dirty="0" smtClean="0">
                <a:solidFill>
                  <a:srgbClr val="202124"/>
                </a:solidFill>
                <a:latin typeface="Montserrat" panose="020B0604020202020204" charset="0"/>
              </a:rPr>
              <a:t> </a:t>
            </a:r>
            <a:r>
              <a:rPr lang="fr-FR" sz="1200" i="1" dirty="0" err="1">
                <a:solidFill>
                  <a:srgbClr val="202124"/>
                </a:solidFill>
                <a:latin typeface="Montserrat" panose="020B0604020202020204" charset="0"/>
              </a:rPr>
              <a:t>officinalis</a:t>
            </a:r>
            <a:r>
              <a:rPr lang="fr-FR" sz="1200" i="1" dirty="0">
                <a:solidFill>
                  <a:srgbClr val="202124"/>
                </a:solidFill>
                <a:latin typeface="Montserrat" panose="020B0604020202020204" charset="0"/>
              </a:rPr>
              <a:t> </a:t>
            </a:r>
            <a:r>
              <a:rPr lang="fr-FR" sz="1200" i="1" dirty="0" err="1" smtClean="0">
                <a:solidFill>
                  <a:srgbClr val="202124"/>
                </a:solidFill>
                <a:latin typeface="Montserrat" panose="020B0604020202020204" charset="0"/>
              </a:rPr>
              <a:t>camphoriferum</a:t>
            </a:r>
            <a:r>
              <a:rPr lang="fr-FR" sz="1200" i="1" dirty="0" smtClean="0">
                <a:solidFill>
                  <a:srgbClr val="202124"/>
                </a:solidFill>
                <a:latin typeface="Montserrat" panose="020B0604020202020204" charset="0"/>
              </a:rPr>
              <a:t>)</a:t>
            </a:r>
            <a:r>
              <a:rPr lang="fr-FR" sz="1200" dirty="0" smtClean="0">
                <a:latin typeface="Montserrat" panose="020B0604020202020204" charset="0"/>
              </a:rPr>
              <a:t>0.25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i="1" dirty="0">
                <a:latin typeface="Montserrat" panose="020B0604020202020204" charset="0"/>
              </a:rPr>
              <a:t>Eau de </a:t>
            </a:r>
            <a:r>
              <a:rPr lang="fr-FR" sz="1200" i="1" dirty="0" smtClean="0">
                <a:latin typeface="Montserrat" panose="020B0604020202020204" charset="0"/>
              </a:rPr>
              <a:t>rose(rosa </a:t>
            </a:r>
            <a:r>
              <a:rPr lang="fr-FR" sz="1200" i="1" dirty="0" err="1">
                <a:latin typeface="Montserrat" panose="020B0604020202020204" charset="0"/>
              </a:rPr>
              <a:t>damascena</a:t>
            </a:r>
            <a:r>
              <a:rPr lang="fr-FR" sz="1200" i="1" dirty="0">
                <a:latin typeface="Montserrat" panose="020B0604020202020204" charset="0"/>
              </a:rPr>
              <a:t> </a:t>
            </a:r>
            <a:r>
              <a:rPr lang="fr-FR" sz="1200" i="1" dirty="0" err="1">
                <a:latin typeface="Montserrat" panose="020B0604020202020204" charset="0"/>
              </a:rPr>
              <a:t>flower</a:t>
            </a:r>
            <a:r>
              <a:rPr lang="fr-FR" sz="1200" i="1" dirty="0">
                <a:latin typeface="Montserrat" panose="020B0604020202020204" charset="0"/>
              </a:rPr>
              <a:t> </a:t>
            </a:r>
            <a:r>
              <a:rPr lang="fr-FR" sz="1200" i="1" dirty="0" smtClean="0">
                <a:latin typeface="Montserrat" panose="020B0604020202020204" charset="0"/>
              </a:rPr>
              <a:t>water)</a:t>
            </a:r>
            <a:r>
              <a:rPr lang="fr-FR" sz="1200" dirty="0" smtClean="0">
                <a:latin typeface="Montserrat" panose="020B0604020202020204" charset="0"/>
              </a:rPr>
              <a:t>0.25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Hydrolat de </a:t>
            </a:r>
            <a:r>
              <a:rPr lang="fr-FR" sz="1200" dirty="0" smtClean="0">
                <a:latin typeface="Montserrat" panose="020B0604020202020204" charset="0"/>
              </a:rPr>
              <a:t>géranium</a:t>
            </a:r>
            <a:r>
              <a:rPr lang="fr-FR" sz="1200" i="1" dirty="0" smtClean="0">
                <a:latin typeface="Montserrat" panose="020B0604020202020204" charset="0"/>
              </a:rPr>
              <a:t>(</a:t>
            </a:r>
            <a:r>
              <a:rPr lang="fr-FR" sz="1200" i="1" dirty="0" err="1" smtClean="0">
                <a:latin typeface="Montserrat" panose="020B0604020202020204" charset="0"/>
              </a:rPr>
              <a:t>pelargonium</a:t>
            </a:r>
            <a:r>
              <a:rPr lang="fr-FR" sz="1200" i="1" dirty="0" smtClean="0">
                <a:latin typeface="Montserrat" panose="020B0604020202020204" charset="0"/>
              </a:rPr>
              <a:t> </a:t>
            </a:r>
            <a:r>
              <a:rPr lang="fr-FR" sz="1200" i="1" dirty="0" err="1">
                <a:latin typeface="Montserrat" panose="020B0604020202020204" charset="0"/>
              </a:rPr>
              <a:t>graveolens</a:t>
            </a:r>
            <a:r>
              <a:rPr lang="fr-FR" sz="1200" i="1" dirty="0">
                <a:latin typeface="Montserrat" panose="020B0604020202020204" charset="0"/>
              </a:rPr>
              <a:t> </a:t>
            </a:r>
            <a:r>
              <a:rPr lang="fr-FR" sz="1200" i="1" dirty="0" err="1">
                <a:latin typeface="Montserrat" panose="020B0604020202020204" charset="0"/>
              </a:rPr>
              <a:t>flower</a:t>
            </a:r>
            <a:r>
              <a:rPr lang="fr-FR" sz="1200" i="1" dirty="0">
                <a:latin typeface="Montserrat" panose="020B0604020202020204" charset="0"/>
              </a:rPr>
              <a:t>/</a:t>
            </a:r>
            <a:r>
              <a:rPr lang="fr-FR" sz="1200" i="1" dirty="0" err="1">
                <a:latin typeface="Montserrat" panose="020B0604020202020204" charset="0"/>
              </a:rPr>
              <a:t>leaf</a:t>
            </a:r>
            <a:r>
              <a:rPr lang="fr-FR" sz="1200" i="1" dirty="0">
                <a:latin typeface="Montserrat" panose="020B0604020202020204" charset="0"/>
              </a:rPr>
              <a:t>/stem </a:t>
            </a:r>
            <a:r>
              <a:rPr lang="fr-FR" sz="1200" i="1" dirty="0" smtClean="0">
                <a:latin typeface="Montserrat" panose="020B0604020202020204" charset="0"/>
              </a:rPr>
              <a:t>water)</a:t>
            </a:r>
            <a:r>
              <a:rPr lang="fr-FR" sz="1200" dirty="0" smtClean="0">
                <a:latin typeface="Montserrat" panose="020B0604020202020204" charset="0"/>
              </a:rPr>
              <a:t>0.25</a:t>
            </a:r>
            <a:endParaRPr lang="fr-FR" sz="12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63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07932" y="1078333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Gel nettoyant visage à usage </a:t>
            </a:r>
            <a:r>
              <a:rPr lang="fr-FR" sz="1200" dirty="0" smtClean="0">
                <a:latin typeface="Montserrat" panose="020B0604020202020204" charset="0"/>
              </a:rPr>
              <a:t>quotidien,</a:t>
            </a: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permet </a:t>
            </a:r>
            <a:r>
              <a:rPr lang="fr-FR" sz="1200" dirty="0">
                <a:latin typeface="Montserrat" panose="020B0604020202020204" charset="0"/>
              </a:rPr>
              <a:t>d’éliminer les impuretés, </a:t>
            </a:r>
            <a:r>
              <a:rPr lang="fr-FR" sz="1200" dirty="0" smtClean="0">
                <a:latin typeface="Montserrat" panose="020B0604020202020204" charset="0"/>
              </a:rPr>
              <a:t>le</a:t>
            </a: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maquillage </a:t>
            </a:r>
            <a:r>
              <a:rPr lang="fr-FR" sz="1200" dirty="0">
                <a:latin typeface="Montserrat" panose="020B0604020202020204" charset="0"/>
              </a:rPr>
              <a:t>et les </a:t>
            </a:r>
            <a:r>
              <a:rPr lang="fr-FR" sz="1200" dirty="0" smtClean="0">
                <a:latin typeface="Montserrat" panose="020B0604020202020204" charset="0"/>
              </a:rPr>
              <a:t>particules de </a:t>
            </a:r>
            <a:r>
              <a:rPr lang="fr-FR" sz="1200" dirty="0">
                <a:latin typeface="Montserrat" panose="020B0604020202020204" charset="0"/>
              </a:rPr>
              <a:t>pollution </a:t>
            </a:r>
            <a:r>
              <a:rPr lang="fr-FR" sz="1200" dirty="0" smtClean="0">
                <a:latin typeface="Montserrat" panose="020B0604020202020204" charset="0"/>
              </a:rPr>
              <a:t>tout</a:t>
            </a: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en </a:t>
            </a:r>
            <a:r>
              <a:rPr lang="fr-FR" sz="1200" dirty="0">
                <a:latin typeface="Montserrat" panose="020B0604020202020204" charset="0"/>
              </a:rPr>
              <a:t>assurant une hydratation de la peau.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79715" y="206577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</a:t>
            </a:r>
            <a:r>
              <a:rPr lang="fr-FR" sz="1800" dirty="0" smtClean="0"/>
              <a:t>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17907" y="596762"/>
            <a:ext cx="4360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HYDRA GEL NETTOYANT PEAU SECHE</a:t>
            </a:r>
            <a:endParaRPr lang="fr-FR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324293" y="2394554"/>
            <a:ext cx="56126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i="1" dirty="0" err="1">
                <a:latin typeface="Montserrat" panose="020B0604020202020204" charset="0"/>
              </a:rPr>
              <a:t>G</a:t>
            </a:r>
            <a:r>
              <a:rPr lang="fr-FR" sz="1200" i="1" dirty="0" err="1" smtClean="0">
                <a:latin typeface="Montserrat" panose="020B0604020202020204" charset="0"/>
              </a:rPr>
              <a:t>lycerin</a:t>
            </a:r>
            <a:r>
              <a:rPr lang="fr-FR" sz="1200" i="1" dirty="0" smtClean="0">
                <a:latin typeface="Montserrat" panose="020B0604020202020204" charset="0"/>
              </a:rPr>
              <a:t> </a:t>
            </a:r>
            <a:r>
              <a:rPr lang="fr-FR" sz="1200" i="1" dirty="0">
                <a:latin typeface="Montserrat" panose="020B0604020202020204" charset="0"/>
              </a:rPr>
              <a:t>4.664 g</a:t>
            </a:r>
          </a:p>
          <a:p>
            <a:r>
              <a:rPr lang="fr-FR" sz="1200" dirty="0">
                <a:latin typeface="Montserrat" panose="020B0604020202020204" charset="0"/>
              </a:rPr>
              <a:t>(</a:t>
            </a:r>
            <a:r>
              <a:rPr lang="fr-FR" sz="1200" dirty="0" smtClean="0">
                <a:latin typeface="Montserrat" panose="020B0604020202020204" charset="0"/>
              </a:rPr>
              <a:t>Beurre </a:t>
            </a:r>
            <a:r>
              <a:rPr lang="fr-FR" sz="1200" dirty="0">
                <a:latin typeface="Montserrat" panose="020B0604020202020204" charset="0"/>
              </a:rPr>
              <a:t>de </a:t>
            </a:r>
            <a:r>
              <a:rPr lang="fr-FR" sz="1200" dirty="0" smtClean="0">
                <a:latin typeface="Montserrat" panose="020B0604020202020204" charset="0"/>
              </a:rPr>
              <a:t>karité </a:t>
            </a:r>
            <a:r>
              <a:rPr lang="fr-FR" sz="1200" i="1" dirty="0" err="1" smtClean="0">
                <a:latin typeface="Montserrat" panose="020B0604020202020204" charset="0"/>
              </a:rPr>
              <a:t>butyrospermum</a:t>
            </a:r>
            <a:r>
              <a:rPr lang="fr-FR" sz="1200" i="1" dirty="0" smtClean="0">
                <a:latin typeface="Montserrat" panose="020B0604020202020204" charset="0"/>
              </a:rPr>
              <a:t> </a:t>
            </a:r>
            <a:r>
              <a:rPr lang="fr-FR" sz="1200" i="1" dirty="0" err="1">
                <a:latin typeface="Montserrat" panose="020B0604020202020204" charset="0"/>
              </a:rPr>
              <a:t>parkii</a:t>
            </a:r>
            <a:r>
              <a:rPr lang="fr-FR" sz="1200" i="1" dirty="0">
                <a:latin typeface="Montserrat" panose="020B0604020202020204" charset="0"/>
              </a:rPr>
              <a:t> </a:t>
            </a:r>
            <a:r>
              <a:rPr lang="fr-FR" sz="1200" i="1" dirty="0" smtClean="0">
                <a:latin typeface="Montserrat" panose="020B0604020202020204" charset="0"/>
              </a:rPr>
              <a:t>butter)1.632 </a:t>
            </a:r>
            <a:r>
              <a:rPr lang="fr-FR" sz="1200" i="1" dirty="0">
                <a:latin typeface="Montserrat" panose="020B0604020202020204" charset="0"/>
              </a:rPr>
              <a:t>g</a:t>
            </a:r>
          </a:p>
          <a:p>
            <a:r>
              <a:rPr lang="fr-FR" sz="1200" dirty="0">
                <a:latin typeface="Montserrat" panose="020B0604020202020204" charset="0"/>
              </a:rPr>
              <a:t>Huile végétale </a:t>
            </a:r>
            <a:r>
              <a:rPr lang="fr-FR" sz="1200" dirty="0" smtClean="0">
                <a:latin typeface="Montserrat" panose="020B0604020202020204" charset="0"/>
              </a:rPr>
              <a:t>d’avocat (</a:t>
            </a:r>
            <a:r>
              <a:rPr lang="fr-FR" sz="1200" i="1" dirty="0" err="1" smtClean="0">
                <a:latin typeface="Montserrat" panose="020B0604020202020204" charset="0"/>
              </a:rPr>
              <a:t>persea</a:t>
            </a:r>
            <a:r>
              <a:rPr lang="fr-FR" sz="1200" i="1" dirty="0" smtClean="0">
                <a:latin typeface="Montserrat" panose="020B0604020202020204" charset="0"/>
              </a:rPr>
              <a:t> </a:t>
            </a:r>
            <a:r>
              <a:rPr lang="fr-FR" sz="1200" i="1" dirty="0" err="1">
                <a:latin typeface="Montserrat" panose="020B0604020202020204" charset="0"/>
              </a:rPr>
              <a:t>gratissima</a:t>
            </a:r>
            <a:r>
              <a:rPr lang="fr-FR" sz="1200" i="1" dirty="0">
                <a:latin typeface="Montserrat" panose="020B0604020202020204" charset="0"/>
              </a:rPr>
              <a:t> </a:t>
            </a:r>
            <a:r>
              <a:rPr lang="fr-FR" sz="1200" i="1" dirty="0" err="1" smtClean="0">
                <a:latin typeface="Montserrat" panose="020B0604020202020204" charset="0"/>
              </a:rPr>
              <a:t>oil</a:t>
            </a:r>
            <a:r>
              <a:rPr lang="fr-FR" sz="1200" i="1" dirty="0" smtClean="0">
                <a:latin typeface="Montserrat" panose="020B0604020202020204" charset="0"/>
              </a:rPr>
              <a:t>)1.17 </a:t>
            </a:r>
            <a:r>
              <a:rPr lang="fr-FR" sz="1200" i="1" dirty="0">
                <a:latin typeface="Montserrat" panose="020B0604020202020204" charset="0"/>
              </a:rPr>
              <a:t>g</a:t>
            </a:r>
          </a:p>
          <a:p>
            <a:pPr fontAlgn="t"/>
            <a:r>
              <a:rPr lang="fr-FR" sz="1200" dirty="0">
                <a:latin typeface="Montserrat" panose="020B0604020202020204" charset="0"/>
              </a:rPr>
              <a:t>Gel </a:t>
            </a:r>
            <a:r>
              <a:rPr lang="fr-FR" sz="1200" dirty="0" smtClean="0">
                <a:latin typeface="Montserrat" panose="020B0604020202020204" charset="0"/>
              </a:rPr>
              <a:t>d'</a:t>
            </a:r>
            <a:r>
              <a:rPr lang="fr-FR" sz="1200" dirty="0" err="1" smtClean="0">
                <a:latin typeface="Montserrat" panose="020B0604020202020204" charset="0"/>
              </a:rPr>
              <a:t>aloés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vera</a:t>
            </a:r>
            <a:r>
              <a:rPr lang="fr-FR" sz="1200" dirty="0" smtClean="0">
                <a:latin typeface="Montserrat" panose="020B0604020202020204" charset="0"/>
              </a:rPr>
              <a:t>(</a:t>
            </a:r>
            <a:r>
              <a:rPr lang="fr-FR" sz="1200" b="1" cap="all" dirty="0" smtClean="0">
                <a:latin typeface="Montserrat" panose="020B0604020202020204" charset="0"/>
              </a:rPr>
              <a:t> </a:t>
            </a:r>
            <a:r>
              <a:rPr lang="fr-FR" sz="1200" dirty="0" smtClean="0">
                <a:latin typeface="Montserrat" panose="020B0604020202020204" charset="0"/>
              </a:rPr>
              <a:t>Suc </a:t>
            </a:r>
            <a:r>
              <a:rPr lang="fr-FR" sz="1200" dirty="0">
                <a:latin typeface="Montserrat" panose="020B0604020202020204" charset="0"/>
              </a:rPr>
              <a:t>concentré et séché provenant </a:t>
            </a:r>
            <a:endParaRPr lang="fr-FR" sz="1200" dirty="0" smtClean="0">
              <a:latin typeface="Montserrat" panose="020B0604020202020204" charset="0"/>
            </a:endParaRPr>
          </a:p>
          <a:p>
            <a:pPr fontAlgn="t"/>
            <a:r>
              <a:rPr lang="fr-FR" sz="1200" dirty="0" smtClean="0">
                <a:latin typeface="Montserrat" panose="020B0604020202020204" charset="0"/>
              </a:rPr>
              <a:t>des feuilles) </a:t>
            </a:r>
            <a:r>
              <a:rPr lang="fr-FR" sz="1200" i="1" dirty="0" smtClean="0">
                <a:latin typeface="Montserrat" panose="020B0604020202020204" charset="0"/>
              </a:rPr>
              <a:t>0.793g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324293" y="339502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sp>
        <p:nvSpPr>
          <p:cNvPr id="5" name="ZoneTexte 4"/>
          <p:cNvSpPr txBox="1"/>
          <p:nvPr/>
        </p:nvSpPr>
        <p:spPr>
          <a:xfrm>
            <a:off x="3035744" y="1801004"/>
            <a:ext cx="713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90 </a:t>
            </a:r>
            <a:r>
              <a:rPr lang="fr-FR" b="1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gr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6146" name="Picture 2" descr="https://vital.com.tn/wp-content/uploads/2023/10/HYDRA-GEL-Nettoyant-visage-Peau-Sech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31883"/>
              </p:ext>
            </p:extLst>
          </p:nvPr>
        </p:nvGraphicFramePr>
        <p:xfrm>
          <a:off x="3672255" y="3861554"/>
          <a:ext cx="5350171" cy="109825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37543"/>
                <a:gridCol w="4012628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Appliquez le gel sur le visage mouillé quotidiennement 1 à 2 fois par jour pendant une minute sans</a:t>
                      </a: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frotter les zones délicates puis rincer.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Arrondir un rectangle avec un coin diagonal 15"/>
          <p:cNvSpPr/>
          <p:nvPr/>
        </p:nvSpPr>
        <p:spPr>
          <a:xfrm>
            <a:off x="3114854" y="19553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3113152" y="1954892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230 ML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3114854" y="16541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GEL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4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3836854" y="899238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>
                <a:latin typeface="Montserrat" panose="020B0604020202020204" charset="0"/>
              </a:rPr>
              <a:t>Gel nettoyant visage à usage </a:t>
            </a:r>
            <a:r>
              <a:rPr lang="fr-FR" sz="1200" dirty="0" smtClean="0">
                <a:latin typeface="Montserrat" panose="020B0604020202020204" charset="0"/>
              </a:rPr>
              <a:t>quotidien, permet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smtClean="0">
                <a:latin typeface="Montserrat" panose="020B0604020202020204" charset="0"/>
              </a:rPr>
              <a:t>d’éliminer </a:t>
            </a:r>
            <a:r>
              <a:rPr lang="fr-FR" sz="1200" dirty="0">
                <a:latin typeface="Montserrat" panose="020B0604020202020204" charset="0"/>
              </a:rPr>
              <a:t>les impuretés, le maquillage et les </a:t>
            </a:r>
            <a:r>
              <a:rPr lang="fr-FR" sz="1200" dirty="0" smtClean="0">
                <a:latin typeface="Montserrat" panose="020B0604020202020204" charset="0"/>
              </a:rPr>
              <a:t>particules </a:t>
            </a:r>
            <a:r>
              <a:rPr lang="fr-FR" sz="1200" dirty="0">
                <a:latin typeface="Montserrat" panose="020B0604020202020204" charset="0"/>
              </a:rPr>
              <a:t>de pollution tout en revitalisant </a:t>
            </a:r>
            <a:r>
              <a:rPr lang="fr-FR" sz="1200" dirty="0" smtClean="0">
                <a:latin typeface="Montserrat" panose="020B0604020202020204" charset="0"/>
              </a:rPr>
              <a:t>la peau et </a:t>
            </a:r>
            <a:r>
              <a:rPr lang="fr-FR" sz="1200" dirty="0">
                <a:latin typeface="Montserrat" panose="020B0604020202020204" charset="0"/>
              </a:rPr>
              <a:t>en apportant une sensation de confort. 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4913" y="222551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46467" y="603205"/>
            <a:ext cx="5222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Montserrat" panose="020B0604020202020204" charset="0"/>
              </a:rPr>
              <a:t>HYDRA GEL 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NETTOYANT PEAU NORMALE </a:t>
            </a:r>
            <a:endParaRPr lang="fr-FR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7828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693208"/>
              </p:ext>
            </p:extLst>
          </p:nvPr>
        </p:nvGraphicFramePr>
        <p:xfrm>
          <a:off x="3836854" y="3694687"/>
          <a:ext cx="5000012" cy="12811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50003"/>
                <a:gridCol w="3750009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Appliquer sur une peau mouillée, faire mousser puis rincer, matin et soir ou seulement le matin avec, en relais l’eau micellaire Hydra peau </a:t>
                      </a:r>
                      <a:r>
                        <a:rPr lang="fr-FR" sz="1200" b="0" i="1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normale </a:t>
                      </a:r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pour le démaquillage du soir.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7170" name="Picture 2" descr="https://vital.com.tn/wp-content/uploads/2023/10/HYDRA-GEL-Nettoyant-visage-Peau-Normal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282459" y="2166118"/>
            <a:ext cx="669426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800" dirty="0">
              <a:latin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Hydrolat </a:t>
            </a:r>
            <a:r>
              <a:rPr lang="fr-FR" sz="1200" dirty="0">
                <a:latin typeface="Montserrat" panose="020B0604020202020204" charset="0"/>
              </a:rPr>
              <a:t>de </a:t>
            </a:r>
            <a:r>
              <a:rPr lang="fr-FR" sz="1200" dirty="0" smtClean="0">
                <a:latin typeface="Montserrat" panose="020B0604020202020204" charset="0"/>
              </a:rPr>
              <a:t>lavande</a:t>
            </a:r>
            <a:r>
              <a:rPr lang="en-US" sz="1200" dirty="0">
                <a:latin typeface="Montserrat" panose="020B0604020202020204" charset="0"/>
              </a:rPr>
              <a:t> </a:t>
            </a:r>
            <a:r>
              <a:rPr lang="en-US" sz="1200" dirty="0" smtClean="0">
                <a:latin typeface="Montserrat" panose="020B0604020202020204" charset="0"/>
              </a:rPr>
              <a:t>14g </a:t>
            </a:r>
            <a:r>
              <a:rPr lang="en-US" sz="1200" dirty="0">
                <a:latin typeface="Montserrat" panose="020B0604020202020204" charset="0"/>
              </a:rPr>
              <a:t>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Glycérine </a:t>
            </a:r>
            <a:r>
              <a:rPr lang="fr-FR" sz="1200" dirty="0" smtClean="0">
                <a:latin typeface="Montserrat" panose="020B0604020202020204" charset="0"/>
              </a:rPr>
              <a:t>(</a:t>
            </a:r>
            <a:r>
              <a:rPr lang="fr-FR" sz="1200" i="1" dirty="0" smtClean="0">
                <a:latin typeface="Montserrat" panose="020B0604020202020204" charset="0"/>
              </a:rPr>
              <a:t>GLYCERIN)</a:t>
            </a:r>
            <a:r>
              <a:rPr lang="fr-FR" sz="1200" dirty="0" smtClean="0">
                <a:latin typeface="Montserrat" panose="020B0604020202020204" charset="0"/>
              </a:rPr>
              <a:t> 8.45g </a:t>
            </a:r>
            <a:r>
              <a:rPr lang="fr-FR" sz="1200" dirty="0">
                <a:latin typeface="Montserrat" panose="020B0604020202020204" charset="0"/>
              </a:rPr>
              <a:t>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i="1" dirty="0" smtClean="0">
                <a:latin typeface="Montserrat" panose="020B0604020202020204" charset="0"/>
              </a:rPr>
              <a:t>D-</a:t>
            </a:r>
            <a:r>
              <a:rPr lang="fr-FR" sz="1200" i="1" dirty="0" err="1" smtClean="0">
                <a:latin typeface="Montserrat" panose="020B0604020202020204" charset="0"/>
              </a:rPr>
              <a:t>panthénol</a:t>
            </a:r>
            <a:r>
              <a:rPr lang="fr-FR" sz="1200" dirty="0" smtClean="0">
                <a:latin typeface="Montserrat" panose="020B0604020202020204" charset="0"/>
              </a:rPr>
              <a:t> (</a:t>
            </a:r>
            <a:r>
              <a:rPr lang="fr-FR" sz="1200" i="1" dirty="0" smtClean="0">
                <a:latin typeface="Montserrat" panose="020B0604020202020204" charset="0"/>
              </a:rPr>
              <a:t>PANTHENOL ) </a:t>
            </a:r>
            <a:r>
              <a:rPr lang="fr-FR" sz="1200" dirty="0" smtClean="0">
                <a:latin typeface="Montserrat" panose="020B0604020202020204" charset="0"/>
              </a:rPr>
              <a:t>1.41g </a:t>
            </a:r>
            <a:r>
              <a:rPr lang="fr-FR" sz="1600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11" name="Arrondir un rectangle avec un coin diagonal 10"/>
          <p:cNvSpPr/>
          <p:nvPr/>
        </p:nvSpPr>
        <p:spPr>
          <a:xfrm>
            <a:off x="2843491" y="1840273"/>
            <a:ext cx="1010832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 230 </a:t>
            </a:r>
            <a:r>
              <a:rPr lang="fr-FR" b="1" dirty="0">
                <a:solidFill>
                  <a:schemeClr val="bg1"/>
                </a:solidFill>
                <a:latin typeface="Montserrat" panose="020B0604020202020204" charset="0"/>
              </a:rPr>
              <a:t>ML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GEL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39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130355" y="950931"/>
            <a:ext cx="4077577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Gel </a:t>
            </a:r>
            <a:r>
              <a:rPr lang="fr-FR" sz="1200" dirty="0">
                <a:latin typeface="Montserrat" panose="020B0604020202020204" charset="0"/>
              </a:rPr>
              <a:t>nettoyant visage à usage </a:t>
            </a:r>
            <a:r>
              <a:rPr lang="fr-FR" sz="1200" dirty="0" smtClean="0">
                <a:latin typeface="Montserrat" panose="020B0604020202020204" charset="0"/>
              </a:rPr>
              <a:t>quotidien,</a:t>
            </a:r>
          </a:p>
          <a:p>
            <a:pPr marL="139700" indent="0" algn="l"/>
            <a:r>
              <a:rPr lang="fr-FR" sz="1200" dirty="0" err="1" smtClean="0">
                <a:latin typeface="Montserrat" panose="020B0604020202020204" charset="0"/>
              </a:rPr>
              <a:t>permetd’éliminer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>
                <a:latin typeface="Montserrat" panose="020B0604020202020204" charset="0"/>
              </a:rPr>
              <a:t>les impuretés, le </a:t>
            </a:r>
            <a:r>
              <a:rPr lang="fr-FR" sz="1200" dirty="0" smtClean="0">
                <a:latin typeface="Montserrat" panose="020B0604020202020204" charset="0"/>
              </a:rPr>
              <a:t>maquillage et</a:t>
            </a:r>
            <a:endParaRPr lang="fr-FR" sz="1200" dirty="0" smtClean="0">
              <a:latin typeface="Montserrat" panose="020B0604020202020204" charset="0"/>
            </a:endParaRP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les </a:t>
            </a:r>
            <a:r>
              <a:rPr lang="fr-FR" sz="1200" dirty="0">
                <a:latin typeface="Montserrat" panose="020B0604020202020204" charset="0"/>
              </a:rPr>
              <a:t>particules de pollution tout en </a:t>
            </a:r>
            <a:r>
              <a:rPr lang="fr-FR" sz="1200" dirty="0" err="1" smtClean="0">
                <a:latin typeface="Montserrat" panose="020B0604020202020204" charset="0"/>
              </a:rPr>
              <a:t>régulantla</a:t>
            </a:r>
            <a:endParaRPr lang="fr-FR" sz="1200" dirty="0">
              <a:latin typeface="Montserrat" panose="020B0604020202020204" charset="0"/>
            </a:endParaRP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sécrétion </a:t>
            </a:r>
            <a:r>
              <a:rPr lang="fr-FR" sz="1200" dirty="0">
                <a:latin typeface="Montserrat" panose="020B0604020202020204" charset="0"/>
              </a:rPr>
              <a:t>du sébum et en </a:t>
            </a:r>
            <a:r>
              <a:rPr lang="fr-FR" sz="1200" dirty="0" err="1" smtClean="0">
                <a:latin typeface="Montserrat" panose="020B0604020202020204" charset="0"/>
              </a:rPr>
              <a:t>gardantl’hydratation</a:t>
            </a:r>
            <a:endParaRPr lang="fr-FR" sz="1200" dirty="0">
              <a:latin typeface="Montserrat" panose="020B0604020202020204" charset="0"/>
            </a:endParaRP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normale </a:t>
            </a:r>
            <a:r>
              <a:rPr lang="fr-FR" sz="1200" dirty="0">
                <a:latin typeface="Montserrat" panose="020B0604020202020204" charset="0"/>
              </a:rPr>
              <a:t>de la peau. 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4913" y="222551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82741"/>
            <a:ext cx="4393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Montserrat" panose="020B0604020202020204" charset="0"/>
              </a:rPr>
              <a:t>HYDRA GEL 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NETTOYANT PEAU GRASSE</a:t>
            </a:r>
            <a:endParaRPr lang="fr-FR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433722" y="2400391"/>
            <a:ext cx="47102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 Hydrolat de romarin (</a:t>
            </a:r>
            <a:r>
              <a:rPr lang="fr-FR" sz="1200" i="1" dirty="0" smtClean="0">
                <a:latin typeface="Montserrat" panose="020B0604020202020204" charset="0"/>
              </a:rPr>
              <a:t>ROSMARINUS </a:t>
            </a:r>
            <a:r>
              <a:rPr lang="fr-FR" sz="1200" i="1" dirty="0">
                <a:latin typeface="Montserrat" panose="020B0604020202020204" charset="0"/>
              </a:rPr>
              <a:t>OFFICINALIS WATER </a:t>
            </a:r>
            <a:r>
              <a:rPr lang="fr-FR" sz="1200" i="1" dirty="0" smtClean="0">
                <a:latin typeface="Montserrat" panose="020B0604020202020204" charset="0"/>
              </a:rPr>
              <a:t>)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i="1" dirty="0" smtClean="0">
                <a:latin typeface="Montserrat" panose="020B0604020202020204" charset="0"/>
              </a:rPr>
              <a:t>14g</a:t>
            </a:r>
            <a:r>
              <a:rPr lang="fr-FR" sz="1200" dirty="0">
                <a:latin typeface="Montserrat" panose="020B0604020202020204" charset="0"/>
              </a:rPr>
              <a:t>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Sulfate de zinc (22.73 %) </a:t>
            </a:r>
            <a:r>
              <a:rPr lang="fr-FR" sz="1200" dirty="0" smtClean="0">
                <a:latin typeface="Montserrat" panose="020B0604020202020204" charset="0"/>
              </a:rPr>
              <a:t> (</a:t>
            </a:r>
            <a:r>
              <a:rPr lang="fr-FR" sz="1200" i="1" dirty="0" smtClean="0">
                <a:latin typeface="Montserrat" panose="020B0604020202020204" charset="0"/>
              </a:rPr>
              <a:t>ZINC SULFATE) 0.28 </a:t>
            </a:r>
            <a:r>
              <a:rPr lang="fr-FR" sz="1200" i="1" dirty="0">
                <a:latin typeface="Montserrat" panose="020B0604020202020204" charset="0"/>
              </a:rPr>
              <a:t>g </a:t>
            </a:r>
            <a:r>
              <a:rPr lang="fr-FR" sz="1200" dirty="0"/>
              <a:t>	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7828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086909"/>
              </p:ext>
            </p:extLst>
          </p:nvPr>
        </p:nvGraphicFramePr>
        <p:xfrm>
          <a:off x="3945124" y="3914747"/>
          <a:ext cx="4992048" cy="109825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8012"/>
                <a:gridCol w="374403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 </a:t>
                      </a:r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Appliquer sur peau mouillée, faire mousser puis rincer matin et soir ou seulement le matin, avec en relais, l’eau Micellaire HYDRA peau grasse pour le démaquillage du soir.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2919921" y="1801894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230 ML 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GEL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1026" name="Picture 2" descr="https://vital.com.tn/wp-content/uploads/2023/10/HYDRA-GEL-Nettoyant-visage-Peau-Grass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33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89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155953" y="1032307"/>
            <a:ext cx="4686897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600" dirty="0" smtClean="0"/>
              <a:t>Protéger </a:t>
            </a:r>
            <a:r>
              <a:rPr lang="fr-FR" sz="1600" dirty="0"/>
              <a:t>la peau contre les UVA /UVB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600" dirty="0" smtClean="0"/>
              <a:t>Préserver </a:t>
            </a:r>
            <a:r>
              <a:rPr lang="fr-FR" sz="1600" dirty="0"/>
              <a:t>l’hydratation de la peau</a:t>
            </a:r>
            <a:endParaRPr lang="fr-FR"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4913" y="222551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262509" y="568775"/>
            <a:ext cx="439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      HYDRASCREEN HUILE SOLAIRE </a:t>
            </a:r>
            <a:endParaRPr lang="fr-FR" sz="1600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433722" y="2400391"/>
            <a:ext cx="4710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latin typeface="Montserrat" panose="020B0604020202020204" charset="0"/>
              </a:rPr>
              <a:t> </a:t>
            </a:r>
            <a:endParaRPr lang="fr-FR" sz="1200" dirty="0"/>
          </a:p>
        </p:txBody>
      </p:sp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2919921" y="1801894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120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ML 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HUILE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2050" name="Picture 2" descr="https://vital.com.tn/wp-content/uploads/2023/10/HYDRAscreen-Huile-solaire-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0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282906" y="2735211"/>
            <a:ext cx="54343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Montserrat" panose="020B0604020202020204" charset="0"/>
              </a:rPr>
              <a:t>Acersorb</a:t>
            </a:r>
            <a:r>
              <a:rPr lang="fr-FR" dirty="0">
                <a:latin typeface="Montserrat" panose="020B0604020202020204" charset="0"/>
              </a:rPr>
              <a:t> </a:t>
            </a:r>
            <a:r>
              <a:rPr lang="fr-FR" dirty="0" smtClean="0">
                <a:latin typeface="Montserrat" panose="020B0604020202020204" charset="0"/>
              </a:rPr>
              <a:t>OMC Ethylhexylmethoxycinnamate10.87 </a:t>
            </a:r>
            <a:r>
              <a:rPr lang="fr-FR" dirty="0">
                <a:latin typeface="Montserrat" panose="020B060402020202020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20B0604020202020204" charset="0"/>
              </a:rPr>
              <a:t>PARSOL </a:t>
            </a:r>
            <a:r>
              <a:rPr lang="fr-FR" dirty="0" smtClean="0">
                <a:latin typeface="Montserrat" panose="020B0604020202020204" charset="0"/>
              </a:rPr>
              <a:t>HMS </a:t>
            </a:r>
            <a:r>
              <a:rPr lang="fr-FR" dirty="0" err="1" smtClean="0">
                <a:latin typeface="Montserrat" panose="020B0604020202020204" charset="0"/>
              </a:rPr>
              <a:t>homosalate</a:t>
            </a:r>
            <a:r>
              <a:rPr lang="fr-FR" dirty="0" smtClean="0">
                <a:latin typeface="Montserrat" panose="020B0604020202020204" charset="0"/>
              </a:rPr>
              <a:t> 10.87 </a:t>
            </a:r>
            <a:r>
              <a:rPr lang="fr-FR" dirty="0">
                <a:latin typeface="Montserrat" panose="020B060402020202020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20B0604020202020204" charset="0"/>
              </a:rPr>
              <a:t>PARSOL SHIELD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20B0604020202020204" charset="0"/>
              </a:rPr>
              <a:t>bis </a:t>
            </a:r>
            <a:r>
              <a:rPr lang="fr-FR" dirty="0" err="1">
                <a:latin typeface="Montserrat" panose="020B0604020202020204" charset="0"/>
              </a:rPr>
              <a:t>éthyl</a:t>
            </a:r>
            <a:r>
              <a:rPr lang="fr-FR" dirty="0">
                <a:latin typeface="Montserrat" panose="020B0604020202020204" charset="0"/>
              </a:rPr>
              <a:t> </a:t>
            </a:r>
            <a:r>
              <a:rPr lang="fr-FR" dirty="0" err="1">
                <a:latin typeface="Montserrat" panose="020B0604020202020204" charset="0"/>
              </a:rPr>
              <a:t>hexyloxyphenol</a:t>
            </a:r>
            <a:r>
              <a:rPr lang="fr-FR" dirty="0">
                <a:latin typeface="Montserrat" panose="020B0604020202020204" charset="0"/>
              </a:rPr>
              <a:t> </a:t>
            </a:r>
            <a:r>
              <a:rPr lang="fr-FR" dirty="0" err="1">
                <a:latin typeface="Montserrat" panose="020B0604020202020204" charset="0"/>
              </a:rPr>
              <a:t>mehoxy</a:t>
            </a:r>
            <a:r>
              <a:rPr lang="fr-FR" dirty="0">
                <a:latin typeface="Montserrat" panose="020B0604020202020204" charset="0"/>
              </a:rPr>
              <a:t> </a:t>
            </a:r>
            <a:r>
              <a:rPr lang="fr-FR" dirty="0" err="1">
                <a:latin typeface="Montserrat" panose="020B0604020202020204" charset="0"/>
              </a:rPr>
              <a:t>phenyl</a:t>
            </a:r>
            <a:r>
              <a:rPr lang="fr-FR" dirty="0">
                <a:latin typeface="Montserrat" panose="020B0604020202020204" charset="0"/>
              </a:rPr>
              <a:t> </a:t>
            </a:r>
            <a:r>
              <a:rPr lang="fr-FR" dirty="0" smtClean="0">
                <a:latin typeface="Montserrat" panose="020B0604020202020204" charset="0"/>
              </a:rPr>
              <a:t>triazine7.61 </a:t>
            </a:r>
            <a:r>
              <a:rPr lang="fr-FR" dirty="0">
                <a:latin typeface="Montserrat" panose="020B060402020202020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Montserrat" panose="020B0604020202020204" charset="0"/>
              </a:rPr>
              <a:t>Parsol</a:t>
            </a:r>
            <a:r>
              <a:rPr lang="fr-FR" dirty="0">
                <a:latin typeface="Montserrat" panose="020B0604020202020204" charset="0"/>
              </a:rPr>
              <a:t> 1789 5.44 g</a:t>
            </a:r>
          </a:p>
        </p:txBody>
      </p:sp>
      <p:sp>
        <p:nvSpPr>
          <p:cNvPr id="4" name="Rectangle 3"/>
          <p:cNvSpPr/>
          <p:nvPr/>
        </p:nvSpPr>
        <p:spPr>
          <a:xfrm>
            <a:off x="4282906" y="3792826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Montserrat" panose="020B0604020202020204" charset="0"/>
              </a:rPr>
              <a:t>Butyl</a:t>
            </a:r>
            <a:r>
              <a:rPr lang="fr-FR" dirty="0">
                <a:latin typeface="Montserrat" panose="020B0604020202020204" charset="0"/>
              </a:rPr>
              <a:t> </a:t>
            </a:r>
            <a:r>
              <a:rPr lang="fr-FR" dirty="0" err="1">
                <a:latin typeface="Montserrat" panose="020B0604020202020204" charset="0"/>
              </a:rPr>
              <a:t>Methoxydibenzoylmethane</a:t>
            </a:r>
            <a:endParaRPr lang="fr-FR" dirty="0">
              <a:latin typeface="Montserra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20B0604020202020204" charset="0"/>
              </a:rPr>
              <a:t>PARSOL EHS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Montserrat" panose="020B0604020202020204" charset="0"/>
              </a:rPr>
              <a:t>ethylhexylsalicylate</a:t>
            </a:r>
            <a:endParaRPr lang="fr-FR" dirty="0">
              <a:latin typeface="Montserra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20B0604020202020204" charset="0"/>
              </a:rPr>
              <a:t>5.44 g</a:t>
            </a:r>
          </a:p>
        </p:txBody>
      </p:sp>
    </p:spTree>
    <p:extLst>
      <p:ext uri="{BB962C8B-B14F-4D97-AF65-F5344CB8AC3E}">
        <p14:creationId xmlns:p14="http://schemas.microsoft.com/office/powerpoint/2010/main" val="50992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0"/>
          <p:cNvSpPr txBox="1"/>
          <p:nvPr/>
        </p:nvSpPr>
        <p:spPr>
          <a:xfrm>
            <a:off x="242459" y="639254"/>
            <a:ext cx="439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HYDRASCREEN HUILE SOLAIRE </a:t>
            </a:r>
            <a:endParaRPr lang="fr-FR" sz="1600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433722" y="2400391"/>
            <a:ext cx="4710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 </a:t>
            </a:r>
            <a:endParaRPr lang="fr-FR" sz="12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847002"/>
              </p:ext>
            </p:extLst>
          </p:nvPr>
        </p:nvGraphicFramePr>
        <p:xfrm>
          <a:off x="4131062" y="3095247"/>
          <a:ext cx="4992048" cy="1676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8012"/>
                <a:gridCol w="374403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4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4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707775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Vaporisez uniformément sur l’ensemble du corps et les cheveux 20 mn avant l’exposition</a:t>
                      </a:r>
                    </a:p>
                    <a:p>
                      <a:r>
                        <a:rPr lang="fr-FR" sz="14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Renouveler l’application toutes les 2 heures après avoir nagé ou vous être essuyé.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2919921" y="1801894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120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ML 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HUILE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2050" name="Picture 2" descr="https://vital.com.tn/wp-content/uploads/2023/10/HYDRAscreen-Huile-solaire-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0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4156557" y="2381011"/>
            <a:ext cx="3248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1600"/>
              </a:spcAft>
            </a:pPr>
            <a:r>
              <a:rPr lang="fr-FR" sz="1800" b="1" dirty="0">
                <a:latin typeface="Montserrat" panose="020B0604020202020204" charset="0"/>
              </a:rPr>
              <a:t>CONSEILS D'UTILISATION</a:t>
            </a:r>
            <a:endParaRPr lang="fr-FR" sz="1800" b="1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09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5" y="62048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82459" y="792736"/>
            <a:ext cx="4726210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fr-FR" dirty="0">
              <a:latin typeface="Montserrat" panose="020B06040202020202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 smtClean="0">
                <a:latin typeface="Montserrat" panose="020B0604020202020204" charset="0"/>
              </a:rPr>
              <a:t>Protège </a:t>
            </a:r>
            <a:r>
              <a:rPr lang="fr-FR" dirty="0">
                <a:latin typeface="Montserrat" panose="020B0604020202020204" charset="0"/>
              </a:rPr>
              <a:t>la peau contre les UVA /UVB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 smtClean="0">
                <a:latin typeface="Montserrat" panose="020B0604020202020204" charset="0"/>
              </a:rPr>
              <a:t>Préserve </a:t>
            </a:r>
            <a:r>
              <a:rPr lang="fr-FR" dirty="0">
                <a:latin typeface="Montserrat" panose="020B0604020202020204" charset="0"/>
              </a:rPr>
              <a:t>l’hydratation de la peau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 smtClean="0">
                <a:latin typeface="Montserrat" panose="020B0604020202020204" charset="0"/>
              </a:rPr>
              <a:t>Illumine </a:t>
            </a:r>
            <a:r>
              <a:rPr lang="fr-FR" dirty="0">
                <a:latin typeface="Montserrat" panose="020B0604020202020204" charset="0"/>
              </a:rPr>
              <a:t>la peau</a:t>
            </a:r>
            <a:endParaRPr lang="fr-FR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72329" y="210967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94912"/>
            <a:ext cx="5255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HYDRASCREEN HUILE SOLAIRE PAILLETEE</a:t>
            </a:r>
            <a:endParaRPr lang="fr-FR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2919921" y="1801894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120 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ML 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HUILE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3074" name="Picture 2" descr="https://vital.com.tn/wp-content/uploads/2023/10/HYDRAscreen-Huile-solaire-Paillete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902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19812" y="2264023"/>
            <a:ext cx="598132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 smtClean="0">
                <a:latin typeface="Montserrat" panose="020B0604020202020204" charset="0"/>
              </a:rPr>
              <a:t>Acersorb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>
                <a:latin typeface="Montserrat" panose="020B0604020202020204" charset="0"/>
              </a:rPr>
              <a:t>OMC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>
                <a:latin typeface="Montserrat" panose="020B0604020202020204" charset="0"/>
              </a:rPr>
              <a:t>Ethylhexylmethoxycinnamate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i="1" dirty="0" smtClean="0">
                <a:latin typeface="Montserrat" panose="020B0604020202020204" charset="0"/>
              </a:rPr>
              <a:t>12.11 </a:t>
            </a:r>
            <a:r>
              <a:rPr lang="fr-FR" sz="1200" i="1" dirty="0">
                <a:latin typeface="Montserrat" panose="020B0604020202020204" charset="0"/>
              </a:rPr>
              <a:t>g </a:t>
            </a:r>
            <a:r>
              <a:rPr lang="fr-FR" sz="1200" dirty="0">
                <a:latin typeface="Montserrat" panose="020B0604020202020204" charset="0"/>
              </a:rPr>
              <a:t>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PARSOL HMS </a:t>
            </a:r>
            <a:r>
              <a:rPr lang="fr-FR" sz="1200" dirty="0" smtClean="0">
                <a:latin typeface="Montserrat" panose="020B0604020202020204" charset="0"/>
              </a:rPr>
              <a:t>HOMOSALATE </a:t>
            </a:r>
            <a:r>
              <a:rPr lang="fr-FR" sz="1200" i="1" dirty="0" smtClean="0">
                <a:latin typeface="Montserrat" panose="020B0604020202020204" charset="0"/>
              </a:rPr>
              <a:t>12.11 </a:t>
            </a:r>
            <a:r>
              <a:rPr lang="fr-FR" sz="1200" i="1" dirty="0">
                <a:latin typeface="Montserrat" panose="020B0604020202020204" charset="0"/>
              </a:rPr>
              <a:t>g </a:t>
            </a:r>
            <a:r>
              <a:rPr lang="fr-FR" sz="1200" dirty="0">
                <a:latin typeface="Montserrat" panose="020B0604020202020204" charset="0"/>
              </a:rPr>
              <a:t>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i="1" dirty="0" err="1">
                <a:latin typeface="Montserrat" panose="020B0604020202020204" charset="0"/>
              </a:rPr>
              <a:t>Parsol</a:t>
            </a:r>
            <a:r>
              <a:rPr lang="fr-FR" sz="1200" i="1" dirty="0">
                <a:latin typeface="Montserrat" panose="020B0604020202020204" charset="0"/>
              </a:rPr>
              <a:t> 340 </a:t>
            </a:r>
            <a:r>
              <a:rPr lang="fr-FR" sz="1200" i="1" dirty="0" smtClean="0">
                <a:latin typeface="Montserrat" panose="020B0604020202020204" charset="0"/>
              </a:rPr>
              <a:t>OCTOCRYLENE 12.11 </a:t>
            </a:r>
            <a:r>
              <a:rPr lang="fr-FR" sz="1200" i="1" dirty="0">
                <a:latin typeface="Montserrat" panose="020B0604020202020204" charset="0"/>
              </a:rPr>
              <a:t>g </a:t>
            </a:r>
            <a:r>
              <a:rPr lang="fr-FR" sz="1200" dirty="0">
                <a:latin typeface="Montserrat" panose="020B0604020202020204" charset="0"/>
              </a:rPr>
              <a:t>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PARSOL EHS </a:t>
            </a:r>
            <a:r>
              <a:rPr lang="fr-FR" sz="1200" dirty="0" smtClean="0">
                <a:latin typeface="Montserrat" panose="020B0604020202020204" charset="0"/>
              </a:rPr>
              <a:t>ETHYLHEXYL </a:t>
            </a:r>
            <a:r>
              <a:rPr lang="fr-FR" sz="1200" dirty="0">
                <a:latin typeface="Montserrat" panose="020B0604020202020204" charset="0"/>
              </a:rPr>
              <a:t>SALICYLATE </a:t>
            </a:r>
            <a:r>
              <a:rPr lang="fr-FR" sz="1200" i="1" dirty="0" smtClean="0">
                <a:latin typeface="Montserrat" panose="020B0604020202020204" charset="0"/>
              </a:rPr>
              <a:t>6.05g </a:t>
            </a:r>
            <a:r>
              <a:rPr lang="fr-FR" sz="1600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3" name="Rectangle 2"/>
          <p:cNvSpPr/>
          <p:nvPr/>
        </p:nvSpPr>
        <p:spPr>
          <a:xfrm>
            <a:off x="4519812" y="3741731"/>
            <a:ext cx="511550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>
                <a:latin typeface="Montserrat" panose="020B0604020202020204" charset="0"/>
              </a:rPr>
              <a:t>Parsol</a:t>
            </a:r>
            <a:r>
              <a:rPr lang="fr-FR" sz="1200" dirty="0">
                <a:latin typeface="Montserrat" panose="020B0604020202020204" charset="0"/>
              </a:rPr>
              <a:t> 1789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>
                <a:latin typeface="Montserrat" panose="020B0604020202020204" charset="0"/>
              </a:rPr>
              <a:t>Butyl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err="1">
                <a:latin typeface="Montserrat" panose="020B0604020202020204" charset="0"/>
              </a:rPr>
              <a:t>Methoxydibenzoylmethane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i="1" dirty="0" smtClean="0">
                <a:latin typeface="Montserrat" panose="020B0604020202020204" charset="0"/>
              </a:rPr>
              <a:t>6.05g </a:t>
            </a:r>
            <a:r>
              <a:rPr lang="fr-FR" sz="1200" dirty="0">
                <a:latin typeface="Montserrat" panose="020B0604020202020204" charset="0"/>
              </a:rPr>
              <a:t>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PARSOL SHIELD </a:t>
            </a:r>
            <a:r>
              <a:rPr lang="fr-FR" sz="1200" dirty="0" smtClean="0">
                <a:latin typeface="Montserrat" panose="020B0604020202020204" charset="0"/>
              </a:rPr>
              <a:t>Bis-</a:t>
            </a:r>
            <a:r>
              <a:rPr lang="fr-FR" sz="1200" dirty="0" err="1" smtClean="0">
                <a:latin typeface="Montserrat" panose="020B0604020202020204" charset="0"/>
              </a:rPr>
              <a:t>Ethylhexyloxyphenol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 err="1">
                <a:latin typeface="Montserrat" panose="020B0604020202020204" charset="0"/>
              </a:rPr>
              <a:t>Methoxyphenyl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err="1">
                <a:latin typeface="Montserrat" panose="020B0604020202020204" charset="0"/>
              </a:rPr>
              <a:t>Triazine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i="1" dirty="0" smtClean="0">
                <a:latin typeface="Montserrat" panose="020B0604020202020204" charset="0"/>
              </a:rPr>
              <a:t>2.42g </a:t>
            </a:r>
            <a:r>
              <a:rPr lang="fr-FR" dirty="0">
                <a:latin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1895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0"/>
          <p:cNvSpPr txBox="1"/>
          <p:nvPr/>
        </p:nvSpPr>
        <p:spPr>
          <a:xfrm>
            <a:off x="-27902" y="647171"/>
            <a:ext cx="5255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HYDRASCREEN HUILE SOLAIRE PAILLETEE</a:t>
            </a:r>
            <a:endParaRPr lang="fr-FR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7799" y="210967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233193"/>
              </p:ext>
            </p:extLst>
          </p:nvPr>
        </p:nvGraphicFramePr>
        <p:xfrm>
          <a:off x="4131062" y="2556397"/>
          <a:ext cx="4992048" cy="1676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8012"/>
                <a:gridCol w="374403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4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4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707775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Vaporisez uniformément sur l’ensemble du corps et les cheveux 20 </a:t>
                      </a:r>
                      <a:r>
                        <a:rPr lang="fr-FR" sz="1400" b="0" i="1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minutes </a:t>
                      </a:r>
                      <a:r>
                        <a:rPr lang="fr-FR" sz="14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avant </a:t>
                      </a:r>
                    </a:p>
                    <a:p>
                      <a:r>
                        <a:rPr lang="fr-FR" sz="14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l’exposition </a:t>
                      </a:r>
                      <a:r>
                        <a:rPr lang="fr-FR" sz="1400" b="0" i="1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au soleil </a:t>
                      </a:r>
                      <a:endParaRPr lang="fr-FR" sz="1400" b="0" i="0" u="none" strike="noStrike" cap="none" baseline="0" dirty="0" smtClean="0">
                        <a:solidFill>
                          <a:schemeClr val="dk1"/>
                        </a:solidFill>
                        <a:latin typeface="Montserrat" panose="020B0604020202020204" charset="0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fr-FR" sz="14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Renouveler l’application toutes les 2 heures après avoir nagé ou être essuyé. 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2919921" y="1801894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120 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ML 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HUILE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3074" name="Picture 2" descr="https://vital.com.tn/wp-content/uploads/2023/10/HYDRAscreen-Huile-solaire-Paillete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902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97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639627" y="57994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3639627" y="954811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fr-FR" sz="1200" dirty="0"/>
          </a:p>
          <a:p>
            <a:r>
              <a:rPr lang="fr-FR" sz="1600" dirty="0">
                <a:latin typeface="Montserrat" panose="020B0604020202020204" charset="0"/>
              </a:rPr>
              <a:t> Nettoyer, hydrater et apaiser. </a:t>
            </a:r>
            <a:endParaRPr lang="fr-FR"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152979" y="1670996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625758" y="594881"/>
            <a:ext cx="439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HYDRA </a:t>
            </a:r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GEL-CREME</a:t>
            </a:r>
            <a:endParaRPr lang="fr-FR" sz="1600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433722" y="2400391"/>
            <a:ext cx="4710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 </a:t>
            </a:r>
            <a:endParaRPr lang="fr-FR" sz="1200" dirty="0"/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7828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349706"/>
              </p:ext>
            </p:extLst>
          </p:nvPr>
        </p:nvGraphicFramePr>
        <p:xfrm>
          <a:off x="3945124" y="3799562"/>
          <a:ext cx="4992048" cy="12201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8012"/>
                <a:gridCol w="374403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707775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Appliquez le gel sur le visage mouillé quotidiennement 1 à 2 fois par jour pendant une minute sans </a:t>
                      </a:r>
                    </a:p>
                    <a:p>
                      <a:r>
                        <a:rPr lang="fr-FR" sz="14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frotter les zones délicates puis rincer.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2919921" y="1801894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250 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ML 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GEL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259" y="-581359"/>
            <a:ext cx="1973389" cy="1973389"/>
          </a:xfrm>
          <a:prstGeom prst="rect">
            <a:avLst/>
          </a:prstGeom>
        </p:spPr>
      </p:pic>
      <p:pic>
        <p:nvPicPr>
          <p:cNvPr id="4098" name="Picture 2" descr="https://vital.com.tn/wp-content/uploads/2023/10/HYDRA-GEL-CREME-Nettoyant-visage-1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9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174264" y="1964981"/>
            <a:ext cx="576193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Montserrat" panose="020B0604020202020204" charset="0"/>
              </a:rPr>
              <a:t>Beurre </a:t>
            </a:r>
            <a:r>
              <a:rPr lang="fr-FR" dirty="0">
                <a:latin typeface="Montserrat" panose="020B0604020202020204" charset="0"/>
              </a:rPr>
              <a:t>de karité </a:t>
            </a:r>
            <a:r>
              <a:rPr lang="fr-FR" dirty="0" smtClean="0">
                <a:latin typeface="Montserrat" panose="020B0604020202020204" charset="0"/>
              </a:rPr>
              <a:t>(BUTYROSPERMUM </a:t>
            </a:r>
            <a:r>
              <a:rPr lang="fr-FR" dirty="0">
                <a:latin typeface="Montserrat" panose="020B0604020202020204" charset="0"/>
              </a:rPr>
              <a:t>PARKII </a:t>
            </a:r>
            <a:r>
              <a:rPr lang="fr-FR" dirty="0" smtClean="0">
                <a:latin typeface="Montserrat" panose="020B0604020202020204" charset="0"/>
              </a:rPr>
              <a:t>BUTTER)</a:t>
            </a:r>
          </a:p>
          <a:p>
            <a:r>
              <a:rPr lang="fr-FR" dirty="0" smtClean="0">
                <a:latin typeface="Montserrat" panose="020B0604020202020204" charset="0"/>
              </a:rPr>
              <a:t>0.55 g</a:t>
            </a:r>
            <a:r>
              <a:rPr lang="fr-FR" dirty="0">
                <a:latin typeface="Montserrat" panose="020B0604020202020204" charset="0"/>
              </a:rPr>
              <a:t>	</a:t>
            </a:r>
          </a:p>
          <a:p>
            <a:r>
              <a:rPr lang="fr-FR" dirty="0">
                <a:latin typeface="Montserrat" panose="020B0604020202020204" charset="0"/>
              </a:rPr>
              <a:t>Huile végétale d’avocat </a:t>
            </a:r>
            <a:r>
              <a:rPr lang="it-IT" dirty="0" smtClean="0">
                <a:latin typeface="Montserrat" panose="020B0604020202020204" charset="0"/>
              </a:rPr>
              <a:t>(PERSEA </a:t>
            </a:r>
            <a:r>
              <a:rPr lang="it-IT" dirty="0">
                <a:latin typeface="Montserrat" panose="020B0604020202020204" charset="0"/>
              </a:rPr>
              <a:t>GRATISSIMA </a:t>
            </a:r>
            <a:r>
              <a:rPr lang="it-IT" dirty="0" smtClean="0">
                <a:latin typeface="Montserrat" panose="020B0604020202020204" charset="0"/>
              </a:rPr>
              <a:t>OIL)</a:t>
            </a:r>
          </a:p>
          <a:p>
            <a:r>
              <a:rPr lang="it-IT" dirty="0" smtClean="0">
                <a:latin typeface="Montserrat" panose="020B0604020202020204" charset="0"/>
              </a:rPr>
              <a:t>0.37 </a:t>
            </a:r>
            <a:r>
              <a:rPr lang="it-IT" dirty="0">
                <a:latin typeface="Montserrat" panose="020B0604020202020204" charset="0"/>
              </a:rPr>
              <a:t>g </a:t>
            </a:r>
            <a:endParaRPr lang="it-IT" dirty="0" smtClean="0">
              <a:latin typeface="Montserrat" panose="020B0604020202020204" charset="0"/>
            </a:endParaRPr>
          </a:p>
          <a:p>
            <a:r>
              <a:rPr lang="fr-FR" dirty="0" smtClean="0">
                <a:latin typeface="Montserrat" panose="020B0604020202020204" charset="0"/>
              </a:rPr>
              <a:t>Gel </a:t>
            </a:r>
            <a:r>
              <a:rPr lang="fr-FR" dirty="0">
                <a:latin typeface="Montserrat" panose="020B0604020202020204" charset="0"/>
              </a:rPr>
              <a:t>d'</a:t>
            </a:r>
            <a:r>
              <a:rPr lang="fr-FR" dirty="0" err="1">
                <a:latin typeface="Montserrat" panose="020B0604020202020204" charset="0"/>
              </a:rPr>
              <a:t>aloés</a:t>
            </a:r>
            <a:r>
              <a:rPr lang="fr-FR" dirty="0">
                <a:latin typeface="Montserrat" panose="020B0604020202020204" charset="0"/>
              </a:rPr>
              <a:t> </a:t>
            </a:r>
            <a:r>
              <a:rPr lang="fr-FR" dirty="0" err="1">
                <a:latin typeface="Montserrat" panose="020B0604020202020204" charset="0"/>
              </a:rPr>
              <a:t>vera</a:t>
            </a:r>
            <a:r>
              <a:rPr lang="fr-FR" dirty="0">
                <a:latin typeface="Montserrat" panose="020B0604020202020204" charset="0"/>
              </a:rPr>
              <a:t> </a:t>
            </a:r>
            <a:r>
              <a:rPr lang="fr-FR" i="1" dirty="0" smtClean="0">
                <a:latin typeface="Montserrat" panose="020B0604020202020204" charset="0"/>
              </a:rPr>
              <a:t>(ALOE </a:t>
            </a:r>
            <a:r>
              <a:rPr lang="fr-FR" i="1" dirty="0">
                <a:latin typeface="Montserrat" panose="020B0604020202020204" charset="0"/>
              </a:rPr>
              <a:t>BARBADENSIS LEAF </a:t>
            </a:r>
            <a:r>
              <a:rPr lang="fr-FR" i="1" dirty="0" smtClean="0">
                <a:latin typeface="Montserrat" panose="020B0604020202020204" charset="0"/>
              </a:rPr>
              <a:t>JUICE)</a:t>
            </a:r>
          </a:p>
          <a:p>
            <a:r>
              <a:rPr lang="fr-FR" dirty="0" smtClean="0">
                <a:latin typeface="Montserrat" panose="020B0604020202020204" charset="0"/>
              </a:rPr>
              <a:t>0.27 </a:t>
            </a:r>
            <a:r>
              <a:rPr lang="fr-FR" dirty="0">
                <a:latin typeface="Montserrat" panose="020B0604020202020204" charset="0"/>
              </a:rPr>
              <a:t>g </a:t>
            </a:r>
            <a:r>
              <a:rPr lang="fr-FR" sz="1800" dirty="0">
                <a:latin typeface="Verdana" panose="020B060403050404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253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816085" y="2418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98774" y="436350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Montserrat" panose="020B0604020202020204" charset="0"/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Montserrat" panose="020B0604020202020204" charset="0"/>
              </a:rPr>
              <a:t>Protège </a:t>
            </a:r>
            <a:r>
              <a:rPr lang="fr-FR" sz="1600" dirty="0">
                <a:solidFill>
                  <a:schemeClr val="tx1"/>
                </a:solidFill>
                <a:latin typeface="Montserrat" panose="020B0604020202020204" charset="0"/>
              </a:rPr>
              <a:t>la peau contre les UVA /UVB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Montserrat" panose="020B0604020202020204" charset="0"/>
              </a:rPr>
              <a:t>Préserve </a:t>
            </a:r>
            <a:r>
              <a:rPr lang="fr-FR" sz="1600" dirty="0">
                <a:solidFill>
                  <a:schemeClr val="tx1"/>
                </a:solidFill>
                <a:latin typeface="Montserrat" panose="020B0604020202020204" charset="0"/>
              </a:rPr>
              <a:t>l’hydratation de la peau</a:t>
            </a:r>
            <a:endParaRPr lang="fr-FR" sz="1600" dirty="0">
              <a:solidFill>
                <a:schemeClr val="tx1"/>
              </a:solidFill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89269" y="175267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228811" y="572249"/>
            <a:ext cx="439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HYDRASCREEN LAIT SOLAIRE</a:t>
            </a:r>
            <a:endParaRPr lang="fr-FR" sz="1600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2919921" y="1801894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bg1"/>
                </a:solidFill>
                <a:latin typeface="Montserrat" panose="020B0604020202020204" charset="0"/>
              </a:rPr>
              <a:t>90 ML 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LAIT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1026" name="Picture 2" descr="https://vital.com.tn/wp-content/uploads/2023/10/HYDRAscreen-Lait-solair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8963"/>
            <a:ext cx="2965418" cy="357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11686" y="2134091"/>
            <a:ext cx="717771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fr-FR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 smtClean="0">
                <a:latin typeface="Montserrat" panose="020B0604020202020204" charset="0"/>
              </a:rPr>
              <a:t>Parsol</a:t>
            </a:r>
            <a:r>
              <a:rPr lang="fr-FR" dirty="0" smtClean="0">
                <a:latin typeface="Montserrat" panose="020B0604020202020204" charset="0"/>
              </a:rPr>
              <a:t> </a:t>
            </a:r>
            <a:r>
              <a:rPr lang="fr-FR" dirty="0">
                <a:latin typeface="Montserrat" panose="020B0604020202020204" charset="0"/>
              </a:rPr>
              <a:t>340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20B0604020202020204" charset="0"/>
              </a:rPr>
              <a:t>OCTOCRYLENE </a:t>
            </a:r>
            <a:r>
              <a:rPr lang="fr-FR" dirty="0" smtClean="0">
                <a:latin typeface="Montserrat" panose="020B0604020202020204" charset="0"/>
              </a:rPr>
              <a:t>17.8g </a:t>
            </a:r>
            <a:r>
              <a:rPr lang="fr-FR" dirty="0">
                <a:latin typeface="Montserrat" panose="020B0604020202020204" charset="0"/>
              </a:rPr>
              <a:t>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20B0604020202020204" charset="0"/>
              </a:rPr>
              <a:t>PARSOL SHIELD BIS ETHYL HEXYLOXYPHENOL </a:t>
            </a:r>
            <a:endParaRPr lang="fr-FR" dirty="0" smtClean="0">
              <a:latin typeface="Montserrat" panose="020B0604020202020204" charset="0"/>
            </a:endParaRPr>
          </a:p>
          <a:p>
            <a:r>
              <a:rPr lang="fr-FR" dirty="0">
                <a:latin typeface="Montserrat" panose="020B0604020202020204" charset="0"/>
              </a:rPr>
              <a:t> </a:t>
            </a:r>
            <a:r>
              <a:rPr lang="fr-FR" dirty="0" smtClean="0">
                <a:latin typeface="Montserrat" panose="020B0604020202020204" charset="0"/>
              </a:rPr>
              <a:t>   METHOXY </a:t>
            </a:r>
            <a:r>
              <a:rPr lang="fr-FR" dirty="0">
                <a:latin typeface="Montserrat" panose="020B0604020202020204" charset="0"/>
              </a:rPr>
              <a:t>PHENYL TRIAZINE </a:t>
            </a:r>
            <a:r>
              <a:rPr lang="fr-FR" dirty="0" smtClean="0">
                <a:latin typeface="Montserrat" panose="020B0604020202020204" charset="0"/>
              </a:rPr>
              <a:t>15.8g</a:t>
            </a:r>
            <a:r>
              <a:rPr lang="fr-FR" dirty="0">
                <a:latin typeface="Montserrat" panose="020B0604020202020204" charset="0"/>
              </a:rPr>
              <a:t>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20B0604020202020204" charset="0"/>
              </a:rPr>
              <a:t>Oxyde de Zinc </a:t>
            </a:r>
            <a:r>
              <a:rPr lang="fr-FR" dirty="0" err="1" smtClean="0">
                <a:latin typeface="Montserrat" panose="020B0604020202020204" charset="0"/>
              </a:rPr>
              <a:t>ZINC</a:t>
            </a:r>
            <a:r>
              <a:rPr lang="fr-FR" dirty="0" smtClean="0">
                <a:latin typeface="Montserrat" panose="020B0604020202020204" charset="0"/>
              </a:rPr>
              <a:t> </a:t>
            </a:r>
            <a:r>
              <a:rPr lang="fr-FR" dirty="0">
                <a:latin typeface="Montserrat" panose="020B0604020202020204" charset="0"/>
              </a:rPr>
              <a:t>OXIDE </a:t>
            </a:r>
            <a:r>
              <a:rPr lang="fr-FR" dirty="0" smtClean="0">
                <a:latin typeface="Montserrat" panose="020B0604020202020204" charset="0"/>
              </a:rPr>
              <a:t>11.8g </a:t>
            </a:r>
            <a:r>
              <a:rPr lang="fr-FR" dirty="0">
                <a:latin typeface="Montserrat" panose="020B0604020202020204" charset="0"/>
              </a:rPr>
              <a:t>	</a:t>
            </a:r>
            <a:endParaRPr lang="fr-FR" dirty="0" smtClean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 smtClean="0">
                <a:latin typeface="Montserrat" panose="020B0604020202020204" charset="0"/>
              </a:rPr>
              <a:t>Parsol</a:t>
            </a:r>
            <a:r>
              <a:rPr lang="fr-FR" dirty="0" smtClean="0">
                <a:latin typeface="Montserrat" panose="020B0604020202020204" charset="0"/>
              </a:rPr>
              <a:t> </a:t>
            </a:r>
            <a:r>
              <a:rPr lang="fr-FR" dirty="0">
                <a:latin typeface="Montserrat" panose="020B0604020202020204" charset="0"/>
              </a:rPr>
              <a:t>1789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20B0604020202020204" charset="0"/>
              </a:rPr>
              <a:t>BUTYL METHOXYDIBENZOYLMETHANE </a:t>
            </a:r>
            <a:r>
              <a:rPr lang="fr-FR" dirty="0" smtClean="0">
                <a:latin typeface="Montserrat" panose="020B0604020202020204" charset="0"/>
              </a:rPr>
              <a:t>9.8g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smtClean="0">
                <a:latin typeface="Montserrat" panose="020B0604020202020204" charset="0"/>
              </a:rPr>
              <a:t>PARSOL </a:t>
            </a:r>
            <a:r>
              <a:rPr lang="fr-FR" dirty="0">
                <a:latin typeface="Montserrat" panose="020B0604020202020204" charset="0"/>
              </a:rPr>
              <a:t>EHS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smtClean="0">
                <a:latin typeface="Montserrat" panose="020B0604020202020204" charset="0"/>
              </a:rPr>
              <a:t>ETHYLHEXYLSALICYLATE7.86g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smtClean="0">
                <a:latin typeface="Montserrat" panose="020B0604020202020204" charset="0"/>
              </a:rPr>
              <a:t>Huile </a:t>
            </a:r>
            <a:r>
              <a:rPr lang="fr-FR" dirty="0">
                <a:latin typeface="Montserrat" panose="020B0604020202020204" charset="0"/>
              </a:rPr>
              <a:t>de noix de coco </a:t>
            </a:r>
            <a:r>
              <a:rPr lang="fr-FR" dirty="0" smtClean="0">
                <a:latin typeface="Montserrat" panose="020B0604020202020204" charset="0"/>
              </a:rPr>
              <a:t>COCOS </a:t>
            </a:r>
            <a:r>
              <a:rPr lang="fr-FR" dirty="0">
                <a:latin typeface="Montserrat" panose="020B0604020202020204" charset="0"/>
              </a:rPr>
              <a:t>NUCIFERA </a:t>
            </a:r>
            <a:r>
              <a:rPr lang="fr-FR" dirty="0" smtClean="0">
                <a:latin typeface="Montserrat" panose="020B0604020202020204" charset="0"/>
              </a:rPr>
              <a:t>OIL4g </a:t>
            </a:r>
            <a:r>
              <a:rPr lang="fr-FR" sz="2400" dirty="0">
                <a:latin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0050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0"/>
          <p:cNvSpPr txBox="1"/>
          <p:nvPr/>
        </p:nvSpPr>
        <p:spPr>
          <a:xfrm>
            <a:off x="215162" y="594257"/>
            <a:ext cx="439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HYDRASCREEN LAIT SOLAIRE</a:t>
            </a:r>
            <a:endParaRPr lang="fr-FR" sz="1600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48899" y="210967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709693"/>
              </p:ext>
            </p:extLst>
          </p:nvPr>
        </p:nvGraphicFramePr>
        <p:xfrm>
          <a:off x="4131062" y="2732237"/>
          <a:ext cx="4992048" cy="1889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8012"/>
                <a:gridCol w="374403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6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707775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Appliquer sur l’ensemble du corps 20 minutes avant l’exposition au soleil </a:t>
                      </a:r>
                    </a:p>
                    <a:p>
                      <a:r>
                        <a:rPr lang="fr-FR" sz="16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Renouveler l’application toutes les 2 heures après avoir nagé ou être essuyé. 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2919921" y="1801894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90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ML 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LAIT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1026" name="Picture 2" descr="https://vital.com.tn/wp-content/uploads/2023/10/HYDRAscreen-Lait-solair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64" y="1311362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00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3824738" y="994031"/>
            <a:ext cx="497599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dirty="0" smtClean="0">
                <a:latin typeface="Montserrat" panose="020B0604020202020204" charset="0"/>
              </a:rPr>
              <a:t> Atténue </a:t>
            </a:r>
            <a:r>
              <a:rPr lang="fr-FR" dirty="0">
                <a:latin typeface="Montserrat" panose="020B0604020202020204" charset="0"/>
              </a:rPr>
              <a:t>les effets </a:t>
            </a:r>
            <a:r>
              <a:rPr lang="fr-FR" dirty="0" err="1">
                <a:latin typeface="Montserrat" panose="020B0604020202020204" charset="0"/>
              </a:rPr>
              <a:t>dûs</a:t>
            </a:r>
            <a:r>
              <a:rPr lang="fr-FR" dirty="0">
                <a:latin typeface="Montserrat" panose="020B0604020202020204" charset="0"/>
              </a:rPr>
              <a:t> aux agressions </a:t>
            </a:r>
            <a:r>
              <a:rPr lang="fr-FR" dirty="0" smtClean="0">
                <a:latin typeface="Montserrat" panose="020B0604020202020204" charset="0"/>
              </a:rPr>
              <a:t>lors   l’exposition </a:t>
            </a:r>
            <a:r>
              <a:rPr lang="fr-FR" dirty="0">
                <a:latin typeface="Montserrat" panose="020B0604020202020204" charset="0"/>
              </a:rPr>
              <a:t>au soleil </a:t>
            </a:r>
            <a:r>
              <a:rPr lang="fr-FR" dirty="0" smtClean="0">
                <a:latin typeface="Montserrat" panose="020B0604020202020204" charset="0"/>
              </a:rPr>
              <a:t>et calme </a:t>
            </a:r>
            <a:r>
              <a:rPr lang="fr-FR" dirty="0">
                <a:latin typeface="Montserrat" panose="020B0604020202020204" charset="0"/>
              </a:rPr>
              <a:t>les irritations des </a:t>
            </a:r>
            <a:r>
              <a:rPr lang="fr-FR" dirty="0" smtClean="0">
                <a:latin typeface="Montserrat" panose="020B0604020202020204" charset="0"/>
              </a:rPr>
              <a:t>peaux sensibles </a:t>
            </a:r>
            <a:r>
              <a:rPr lang="fr-FR" dirty="0">
                <a:latin typeface="Montserrat" panose="020B0604020202020204" charset="0"/>
              </a:rPr>
              <a:t>et réactives grâce à ses propriétés apaisantes, anti-inflammatoires et antimicrobiennes.</a:t>
            </a:r>
            <a:endParaRPr lang="fr-FR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72329" y="216818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126289" y="569584"/>
            <a:ext cx="439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HYDRASCREEN AFTERSUN</a:t>
            </a:r>
            <a:endParaRPr lang="fr-FR" sz="1600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2919921" y="1801894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90 gr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CREME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5122" name="Picture 2" descr="https://vital.com.tn/wp-content/uploads/2022/07/Hydrascreen-after-su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4" y="1387283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131062" y="2647855"/>
            <a:ext cx="7240137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Extrait glycolique de </a:t>
            </a:r>
            <a:r>
              <a:rPr lang="fr-FR" sz="1200" dirty="0" smtClean="0">
                <a:latin typeface="Montserrat" panose="020B0604020202020204" charset="0"/>
              </a:rPr>
              <a:t>calendula</a:t>
            </a:r>
            <a:r>
              <a:rPr lang="fr-FR" sz="1200" i="1" dirty="0" smtClean="0">
                <a:latin typeface="Montserrat" panose="020B0604020202020204" charset="0"/>
              </a:rPr>
              <a:t>(Calendula </a:t>
            </a:r>
            <a:r>
              <a:rPr lang="fr-FR" sz="1200" i="1" dirty="0" err="1" smtClean="0">
                <a:latin typeface="Montserrat" panose="020B0604020202020204" charset="0"/>
              </a:rPr>
              <a:t>officinalis</a:t>
            </a:r>
            <a:r>
              <a:rPr lang="fr-FR" sz="1200" i="1" dirty="0" smtClean="0">
                <a:latin typeface="Montserrat" panose="020B0604020202020204" charset="0"/>
              </a:rPr>
              <a:t>)</a:t>
            </a:r>
            <a:r>
              <a:rPr lang="fr-FR" sz="1200" dirty="0" smtClean="0">
                <a:latin typeface="Montserrat" panose="020B0604020202020204" charset="0"/>
              </a:rPr>
              <a:t>3.6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Beurre de </a:t>
            </a:r>
            <a:r>
              <a:rPr lang="fr-FR" sz="1200" dirty="0" smtClean="0">
                <a:latin typeface="Montserrat" panose="020B0604020202020204" charset="0"/>
              </a:rPr>
              <a:t>Karité</a:t>
            </a:r>
            <a:r>
              <a:rPr lang="fr-FR" sz="1200" i="1" dirty="0" smtClean="0">
                <a:latin typeface="Montserrat" panose="020B0604020202020204" charset="0"/>
              </a:rPr>
              <a:t>(</a:t>
            </a:r>
            <a:r>
              <a:rPr lang="fr-FR" sz="1200" i="1" dirty="0" err="1" smtClean="0">
                <a:latin typeface="Montserrat" panose="020B0604020202020204" charset="0"/>
              </a:rPr>
              <a:t>Butyrospermum</a:t>
            </a:r>
            <a:r>
              <a:rPr lang="fr-FR" sz="1200" i="1" dirty="0" smtClean="0">
                <a:latin typeface="Montserrat" panose="020B0604020202020204" charset="0"/>
              </a:rPr>
              <a:t> </a:t>
            </a:r>
            <a:r>
              <a:rPr lang="fr-FR" sz="1200" i="1" dirty="0" err="1" smtClean="0">
                <a:latin typeface="Montserrat" panose="020B0604020202020204" charset="0"/>
              </a:rPr>
              <a:t>parkii</a:t>
            </a:r>
            <a:r>
              <a:rPr lang="fr-FR" sz="1200" i="1" dirty="0" smtClean="0">
                <a:latin typeface="Montserrat" panose="020B0604020202020204" charset="0"/>
              </a:rPr>
              <a:t>)</a:t>
            </a:r>
            <a:r>
              <a:rPr lang="fr-FR" sz="1200" dirty="0" smtClean="0">
                <a:latin typeface="Montserrat" panose="020B0604020202020204" charset="0"/>
              </a:rPr>
              <a:t>1.8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d’amande </a:t>
            </a:r>
            <a:r>
              <a:rPr lang="fr-FR" sz="1200" dirty="0" smtClean="0">
                <a:latin typeface="Montserrat" panose="020B0604020202020204" charset="0"/>
              </a:rPr>
              <a:t>douce</a:t>
            </a:r>
            <a:r>
              <a:rPr lang="fr-FR" sz="1200" i="1" dirty="0" smtClean="0">
                <a:latin typeface="Montserrat" panose="020B0604020202020204" charset="0"/>
              </a:rPr>
              <a:t>(</a:t>
            </a:r>
            <a:r>
              <a:rPr lang="fr-FR" sz="1200" i="1" dirty="0" err="1" smtClean="0">
                <a:latin typeface="Montserrat" panose="020B0604020202020204" charset="0"/>
              </a:rPr>
              <a:t>Prumus</a:t>
            </a:r>
            <a:r>
              <a:rPr lang="fr-FR" sz="1200" i="1" dirty="0" smtClean="0">
                <a:latin typeface="Montserrat" panose="020B0604020202020204" charset="0"/>
              </a:rPr>
              <a:t> </a:t>
            </a:r>
            <a:r>
              <a:rPr lang="fr-FR" sz="1200" i="1" dirty="0" err="1" smtClean="0">
                <a:latin typeface="Montserrat" panose="020B0604020202020204" charset="0"/>
              </a:rPr>
              <a:t>amygdalus</a:t>
            </a:r>
            <a:r>
              <a:rPr lang="fr-FR" sz="1200" i="1" dirty="0" smtClean="0">
                <a:latin typeface="Montserrat" panose="020B0604020202020204" charset="0"/>
              </a:rPr>
              <a:t>)</a:t>
            </a:r>
            <a:r>
              <a:rPr lang="fr-FR" sz="1200" dirty="0" smtClean="0">
                <a:latin typeface="Montserrat" panose="020B0604020202020204" charset="0"/>
              </a:rPr>
              <a:t>1.8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de noix de coco 1.8 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Eau de rose 1.8 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D-</a:t>
            </a:r>
            <a:r>
              <a:rPr lang="fr-FR" sz="1200" dirty="0" err="1">
                <a:latin typeface="Montserrat" panose="020B0604020202020204" charset="0"/>
              </a:rPr>
              <a:t>panthénol</a:t>
            </a:r>
            <a:r>
              <a:rPr lang="fr-FR" sz="1200" dirty="0">
                <a:latin typeface="Montserrat" panose="020B0604020202020204" charset="0"/>
              </a:rPr>
              <a:t> 1.8 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Gel d'</a:t>
            </a:r>
            <a:r>
              <a:rPr lang="fr-FR" sz="1200" dirty="0" err="1">
                <a:latin typeface="Montserrat" panose="020B0604020202020204" charset="0"/>
              </a:rPr>
              <a:t>aloés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vera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nn-NO" sz="1200" i="1" dirty="0" smtClean="0">
                <a:latin typeface="Montserrat" panose="020B0604020202020204" charset="0"/>
              </a:rPr>
              <a:t>Aloe </a:t>
            </a:r>
            <a:r>
              <a:rPr lang="nn-NO" sz="1200" i="1" dirty="0">
                <a:latin typeface="Montserrat" panose="020B0604020202020204" charset="0"/>
              </a:rPr>
              <a:t>barbadensis Mill. (= A. vera L.)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Suc concentré et séché provenant des </a:t>
            </a:r>
            <a:r>
              <a:rPr lang="fr-FR" sz="1200" dirty="0" smtClean="0">
                <a:latin typeface="Montserrat" panose="020B0604020202020204" charset="0"/>
              </a:rPr>
              <a:t>feuilles 0.45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Vitamine E (huile)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DL-alpha-</a:t>
            </a:r>
            <a:r>
              <a:rPr lang="fr-FR" sz="1200" dirty="0" err="1">
                <a:latin typeface="Montserrat" panose="020B0604020202020204" charset="0"/>
              </a:rPr>
              <a:t>Tocopherol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Acetate</a:t>
            </a:r>
            <a:r>
              <a:rPr lang="fr-FR" sz="1200" dirty="0" smtClean="0">
                <a:latin typeface="Montserrat" panose="020B0604020202020204" charset="0"/>
              </a:rPr>
              <a:t> 0.36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B-sitostérol 0.054 </a:t>
            </a:r>
            <a:r>
              <a:rPr lang="fr-FR" sz="1200" dirty="0" smtClean="0">
                <a:latin typeface="Montserrat" panose="020B0604020202020204" charset="0"/>
              </a:rPr>
              <a:t>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Extrait </a:t>
            </a:r>
            <a:r>
              <a:rPr lang="fr-FR" sz="1200" dirty="0">
                <a:latin typeface="Montserrat" panose="020B0604020202020204" charset="0"/>
              </a:rPr>
              <a:t>sec de </a:t>
            </a:r>
            <a:r>
              <a:rPr lang="fr-FR" sz="1200" dirty="0" smtClean="0">
                <a:latin typeface="Montserrat" panose="020B0604020202020204" charset="0"/>
              </a:rPr>
              <a:t>Millepertuis</a:t>
            </a:r>
            <a:r>
              <a:rPr lang="fr-FR" sz="1200" i="1" dirty="0" smtClean="0">
                <a:latin typeface="Montserrat" panose="020B0604020202020204" charset="0"/>
              </a:rPr>
              <a:t>(</a:t>
            </a:r>
            <a:r>
              <a:rPr lang="fr-FR" sz="1200" i="1" dirty="0" err="1" smtClean="0">
                <a:latin typeface="Montserrat" panose="020B0604020202020204" charset="0"/>
              </a:rPr>
              <a:t>Hypericum</a:t>
            </a:r>
            <a:r>
              <a:rPr lang="fr-FR" sz="1200" i="1" dirty="0" smtClean="0">
                <a:latin typeface="Montserrat" panose="020B0604020202020204" charset="0"/>
              </a:rPr>
              <a:t> </a:t>
            </a:r>
            <a:r>
              <a:rPr lang="fr-FR" sz="1200" i="1" dirty="0" err="1">
                <a:latin typeface="Montserrat" panose="020B0604020202020204" charset="0"/>
              </a:rPr>
              <a:t>perforatum</a:t>
            </a:r>
            <a:r>
              <a:rPr lang="fr-FR" sz="1200" i="1" dirty="0">
                <a:latin typeface="Montserrat" panose="020B0604020202020204" charset="0"/>
              </a:rPr>
              <a:t>) </a:t>
            </a:r>
            <a:endParaRPr lang="fr-FR" sz="1200" i="1" dirty="0" smtClean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sommité </a:t>
            </a:r>
            <a:r>
              <a:rPr lang="fr-FR" sz="1200" dirty="0">
                <a:latin typeface="Montserrat" panose="020B0604020202020204" charset="0"/>
              </a:rPr>
              <a:t>fleurie </a:t>
            </a:r>
            <a:r>
              <a:rPr lang="fr-FR" sz="1200" dirty="0" smtClean="0">
                <a:latin typeface="Montserrat" panose="020B0604020202020204" charset="0"/>
              </a:rPr>
              <a:t>0.036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888229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0"/>
          <p:cNvSpPr txBox="1"/>
          <p:nvPr/>
        </p:nvSpPr>
        <p:spPr>
          <a:xfrm>
            <a:off x="104954" y="555128"/>
            <a:ext cx="439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HYDRASCREEN AFTERSUN</a:t>
            </a:r>
            <a:endParaRPr lang="fr-FR" sz="1600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1757" y="177728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693565"/>
              </p:ext>
            </p:extLst>
          </p:nvPr>
        </p:nvGraphicFramePr>
        <p:xfrm>
          <a:off x="4131062" y="2524282"/>
          <a:ext cx="4992048" cy="98307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8012"/>
                <a:gridCol w="374403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707775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cap="none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Crème à appliquer en couche épaisse 2 à 3 fois par jour.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2919921" y="1801894"/>
            <a:ext cx="121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90 gr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endParaRPr lang="fr-FR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962454" y="1501719"/>
            <a:ext cx="85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CREME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01" y="-620821"/>
            <a:ext cx="1973389" cy="1973389"/>
          </a:xfrm>
          <a:prstGeom prst="rect">
            <a:avLst/>
          </a:prstGeom>
        </p:spPr>
      </p:pic>
      <p:pic>
        <p:nvPicPr>
          <p:cNvPr id="5122" name="Picture 2" descr="https://vital.com.tn/wp-content/uploads/2022/07/Hydrascreen-after-su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4" y="1387283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22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6996</TotalTime>
  <Words>1328</Words>
  <Application>Microsoft Office PowerPoint</Application>
  <PresentationFormat>Affichage à l'écran (16:9)</PresentationFormat>
  <Paragraphs>314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9" baseType="lpstr">
      <vt:lpstr>Oswald Medium</vt:lpstr>
      <vt:lpstr>Verdana</vt:lpstr>
      <vt:lpstr>Calibri</vt:lpstr>
      <vt:lpstr>Montserrat ExtraBold</vt:lpstr>
      <vt:lpstr>Montserrat</vt:lpstr>
      <vt:lpstr>Raleway</vt:lpstr>
      <vt:lpstr>Arial</vt:lpstr>
      <vt:lpstr>Montserrat Medium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200</cp:revision>
  <dcterms:modified xsi:type="dcterms:W3CDTF">2026-03-10T12:32:04Z</dcterms:modified>
</cp:coreProperties>
</file>