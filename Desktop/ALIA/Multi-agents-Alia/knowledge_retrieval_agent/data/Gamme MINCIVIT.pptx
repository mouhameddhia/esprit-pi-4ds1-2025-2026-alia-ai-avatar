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0"/>
  </p:notesMasterIdLst>
  <p:sldIdLst>
    <p:sldId id="307" r:id="rId2"/>
    <p:sldId id="258" r:id="rId3"/>
    <p:sldId id="424" r:id="rId4"/>
    <p:sldId id="426" r:id="rId5"/>
    <p:sldId id="427" r:id="rId6"/>
    <p:sldId id="428" r:id="rId7"/>
    <p:sldId id="429" r:id="rId8"/>
    <p:sldId id="430" r:id="rId9"/>
  </p:sldIdLst>
  <p:sldSz cx="9144000" cy="5143500" type="screen16x9"/>
  <p:notesSz cx="6858000" cy="9144000"/>
  <p:embeddedFontLst>
    <p:embeddedFont>
      <p:font typeface="Poppins" panose="020B0604020202020204" charset="0"/>
      <p:regular r:id="rId11"/>
      <p:bold r:id="rId12"/>
      <p:italic r:id="rId13"/>
      <p:boldItalic r:id="rId14"/>
    </p:embeddedFont>
    <p:embeddedFont>
      <p:font typeface="Montserrat" panose="020B0604020202020204" charset="0"/>
      <p:regular r:id="rId15"/>
      <p:bold r:id="rId16"/>
      <p:italic r:id="rId17"/>
      <p:boldItalic r:id="rId18"/>
    </p:embeddedFont>
    <p:embeddedFont>
      <p:font typeface="Oswald Medium" panose="020B0604020202020204" charset="0"/>
      <p:regular r:id="rId19"/>
      <p:bold r:id="rId20"/>
    </p:embeddedFont>
    <p:embeddedFont>
      <p:font typeface="Raleway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D4D"/>
    <a:srgbClr val="35535B"/>
    <a:srgbClr val="6D6D6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4" y="10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57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7151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078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506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705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4440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58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84421" y="333829"/>
            <a:ext cx="60379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800" cap="all" dirty="0" smtClean="0">
                <a:solidFill>
                  <a:srgbClr val="E14D4D"/>
                </a:solidFill>
              </a:rPr>
              <a:t/>
            </a:r>
            <a:br>
              <a:rPr lang="fr-FR" sz="4800" cap="all" dirty="0" smtClean="0">
                <a:solidFill>
                  <a:srgbClr val="E14D4D"/>
                </a:solidFill>
              </a:rPr>
            </a:br>
            <a:r>
              <a:rPr lang="fr-FR" sz="5400" cap="all" dirty="0" smtClean="0">
                <a:solidFill>
                  <a:srgbClr val="E14D4D"/>
                </a:solidFill>
              </a:rPr>
              <a:t>MINCIVIT </a:t>
            </a:r>
            <a:endParaRPr lang="fr-FR" sz="54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249392" y="539750"/>
            <a:ext cx="1310164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592" y="984499"/>
            <a:ext cx="4038600" cy="4038600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145053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452045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</a:t>
            </a:r>
            <a:r>
              <a:rPr lang="fr-FR" sz="1200" dirty="0">
                <a:latin typeface="Montserrat" panose="020B0604020202020204" charset="0"/>
              </a:rPr>
              <a:t>le drainage des toxines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Stimule </a:t>
            </a:r>
            <a:r>
              <a:rPr lang="fr-FR" sz="1200" dirty="0">
                <a:latin typeface="Montserrat" panose="020B0604020202020204" charset="0"/>
              </a:rPr>
              <a:t>les fonctions dépuratives rénales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Adjuvant </a:t>
            </a:r>
            <a:r>
              <a:rPr lang="fr-FR" sz="1200" dirty="0">
                <a:latin typeface="Montserrat" panose="020B0604020202020204" charset="0"/>
              </a:rPr>
              <a:t>du régime amincissant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55007" y="106259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</a:t>
            </a:r>
            <a:r>
              <a:rPr lang="fr-FR" sz="1800" dirty="0" smtClean="0"/>
              <a:t>POUR 30 ML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316344" y="47647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MINCIVIT DETOX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496777"/>
            <a:ext cx="43094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312,5 mg d'Extrait sec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Desmodium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Oesmodium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adscendens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300 mg d'Extrait sec de Thé vert (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Camellia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sinensis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187,5 mg d'Extrait sec de Pissenlit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187,5 mg d'Extrait sec de Piloselle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162,5 mg d'Extrait sec d'Artichaut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Cynara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scolymus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60 mg d'Extrait sec de Fenouil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Foeniculum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vulgare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37,5 mg d'Extrait sec de Bouleau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Betula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alba)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57833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074656"/>
              </p:ext>
            </p:extLst>
          </p:nvPr>
        </p:nvGraphicFramePr>
        <p:xfrm>
          <a:off x="4364705" y="4031623"/>
          <a:ext cx="3737340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Diluer 30 ml dans 1,5 L d'eau et les boire tout au long de la journée loin des repas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250 </a:t>
            </a:r>
            <a:r>
              <a:rPr lang="fr-FR" sz="2000" b="1" dirty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79" y="2773559"/>
            <a:ext cx="1453291" cy="145329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903" y="4835698"/>
            <a:ext cx="1017182" cy="187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1" y="982837"/>
            <a:ext cx="3881437" cy="3881437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4509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5208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Stimule </a:t>
            </a:r>
            <a:r>
              <a:rPr lang="fr-FR" sz="1200" dirty="0">
                <a:latin typeface="Montserrat" panose="020B0604020202020204" charset="0"/>
              </a:rPr>
              <a:t>l'oxydation des graisses ainsi que la </a:t>
            </a:r>
            <a:r>
              <a:rPr lang="fr-FR" sz="1200" dirty="0" smtClean="0">
                <a:latin typeface="Montserrat" panose="020B0604020202020204" charset="0"/>
              </a:rPr>
              <a:t>détoxification du foie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</a:t>
            </a:r>
            <a:r>
              <a:rPr lang="fr-FR" sz="1200" dirty="0">
                <a:latin typeface="Montserrat" panose="020B0604020202020204" charset="0"/>
              </a:rPr>
              <a:t>à brûler les calories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55007" y="151264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</a:t>
            </a:r>
            <a:r>
              <a:rPr lang="fr-FR" sz="1800" dirty="0" smtClean="0"/>
              <a:t>POUR 30 ML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316344" y="47647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MINCIVIT ORIGIN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868244"/>
            <a:ext cx="43094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13,5 g de Vinaigre de Cidre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110 mg d'Extrait sec de Thé vert (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Camellia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sinensis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90 mg d'Extrait sec d'Artichaut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Cynara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sco!ymus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90 mg d'Extrait sec de Chiendent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Agropyron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repens)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70 mg d'Extrait sec d'Anis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Pimpine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/le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anisum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60 mg d'Extrait sec de Fenouil (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Foeniculum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 Medium" panose="00000600000000000000" pitchFamily="50" charset="0"/>
              </a:rPr>
              <a:t>vulgare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408412"/>
              </p:ext>
            </p:extLst>
          </p:nvPr>
        </p:nvGraphicFramePr>
        <p:xfrm>
          <a:off x="4364705" y="3910175"/>
          <a:ext cx="3737340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Diluer une dose de 30 ml dans 1,5 L d'eau à boire tout au long de la journée loin des repas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250 </a:t>
            </a:r>
            <a:r>
              <a:rPr lang="fr-FR" sz="2000" b="1" dirty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79" y="2773559"/>
            <a:ext cx="1453291" cy="145329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903" y="4835698"/>
            <a:ext cx="1017182" cy="18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9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954" y="1447786"/>
            <a:ext cx="3198528" cy="3198528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753" y="1519663"/>
            <a:ext cx="3198528" cy="3198528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10767" y="59810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600" dirty="0"/>
              <a:t>INDICATIONS</a:t>
            </a:r>
            <a:endParaRPr sz="16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966397"/>
            <a:ext cx="4309489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Purification de l'organisme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Affinement de la silhouette en cos de surcharge pondérale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Atténue l'aspect de peau d'oronge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Élimine les problèmes de rétention d'eau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890698" y="182697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600" dirty="0"/>
              <a:t>COMPOSITION </a:t>
            </a:r>
            <a:r>
              <a:rPr lang="fr-FR" sz="1600" dirty="0" smtClean="0"/>
              <a:t>POUR 30 ML</a:t>
            </a:r>
            <a:endParaRPr sz="1600" dirty="0"/>
          </a:p>
        </p:txBody>
      </p:sp>
      <p:sp>
        <p:nvSpPr>
          <p:cNvPr id="9" name="ZoneTexte 8"/>
          <p:cNvSpPr txBox="1"/>
          <p:nvPr/>
        </p:nvSpPr>
        <p:spPr>
          <a:xfrm>
            <a:off x="4235917" y="2255848"/>
            <a:ext cx="49010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300 mg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Extroit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sec de Thé vert (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Camellia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sinensis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200 mg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Extroit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sec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aristatus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187,5 mg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Extroit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sec de Pissenlit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187,5 mg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Extroit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sec de Piloselle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Hieracium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pilose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la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62,5 mg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Extroit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sec de Fumeterre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Fumaria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60 mg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Extroit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sec de Fenouil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Foeniculum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03891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600" dirty="0"/>
              <a:t>CONSEILS D'UTILISATION </a:t>
            </a:r>
            <a:endParaRPr sz="1600" dirty="0"/>
          </a:p>
        </p:txBody>
      </p:sp>
      <p:sp>
        <p:nvSpPr>
          <p:cNvPr id="20" name="ZoneTexte 19"/>
          <p:cNvSpPr txBox="1"/>
          <p:nvPr/>
        </p:nvSpPr>
        <p:spPr>
          <a:xfrm>
            <a:off x="3890698" y="4075562"/>
            <a:ext cx="11263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250 </a:t>
            </a:r>
            <a:r>
              <a:rPr lang="fr-FR" sz="1200" b="1" dirty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</a:t>
            </a:r>
            <a:endParaRPr lang="fr-FR" sz="12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903" y="4835698"/>
            <a:ext cx="1017182" cy="187401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16344" y="47647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MINCIVIT ULTRA</a:t>
            </a: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810503"/>
              </p:ext>
            </p:extLst>
          </p:nvPr>
        </p:nvGraphicFramePr>
        <p:xfrm>
          <a:off x="4764092" y="3903386"/>
          <a:ext cx="3840157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60038"/>
                <a:gridCol w="2880119"/>
              </a:tblGrid>
              <a:tr h="242614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483503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Diluer une dose de 30 ml dons 1,5 L d'eau à boire tout ou long de la journée loin des repos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16" y="1519663"/>
            <a:ext cx="3198528" cy="319852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1355" y="1216824"/>
            <a:ext cx="401881" cy="501054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2085806" y="1123478"/>
            <a:ext cx="1587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35535B"/>
                </a:solidFill>
                <a:latin typeface="Montserrat" panose="020B0604020202020204" charset="0"/>
              </a:rPr>
              <a:t>Plantes aux </a:t>
            </a:r>
            <a:r>
              <a:rPr lang="fr-FR" sz="1200" b="1" dirty="0" smtClean="0">
                <a:solidFill>
                  <a:srgbClr val="35535B"/>
                </a:solidFill>
                <a:latin typeface="Montserrat" panose="020B0604020202020204" charset="0"/>
              </a:rPr>
              <a:t>vertus </a:t>
            </a:r>
            <a:r>
              <a:rPr lang="fr-FR" sz="1200" b="1" dirty="0">
                <a:solidFill>
                  <a:srgbClr val="35535B"/>
                </a:solidFill>
                <a:latin typeface="Montserrat" panose="020B0604020202020204" charset="0"/>
              </a:rPr>
              <a:t>ULTRA Draineuses </a:t>
            </a:r>
          </a:p>
        </p:txBody>
      </p:sp>
    </p:spTree>
    <p:extLst>
      <p:ext uri="{BB962C8B-B14F-4D97-AF65-F5344CB8AC3E}">
        <p14:creationId xmlns:p14="http://schemas.microsoft.com/office/powerpoint/2010/main" val="258717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138" y="1000534"/>
            <a:ext cx="3897266" cy="3897266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Facilite </a:t>
            </a:r>
            <a:r>
              <a:rPr lang="fr-FR" sz="1200" dirty="0">
                <a:latin typeface="Montserrat" panose="020B0604020202020204" charset="0"/>
              </a:rPr>
              <a:t>le transit intestinal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Modère </a:t>
            </a:r>
            <a:r>
              <a:rPr lang="fr-FR" sz="1200" dirty="0">
                <a:latin typeface="Montserrat" panose="020B0604020202020204" charset="0"/>
              </a:rPr>
              <a:t>l'appétit, piège naturellement les calories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</a:t>
            </a:r>
            <a:r>
              <a:rPr lang="fr-FR" sz="1200" dirty="0">
                <a:latin typeface="Montserrat" panose="020B0604020202020204" charset="0"/>
              </a:rPr>
              <a:t>à retrouver un ventre plat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Coupe </a:t>
            </a:r>
            <a:r>
              <a:rPr lang="fr-FR" sz="1200" dirty="0">
                <a:latin typeface="Montserrat" panose="020B0604020202020204" charset="0"/>
              </a:rPr>
              <a:t>faim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216987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 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268325" y="517272"/>
            <a:ext cx="5027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MINCIVIT VENTRE ULTRA PLAT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525478"/>
            <a:ext cx="4309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Chitosan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130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Levure de bière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Pectine de pomme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903" y="4835698"/>
            <a:ext cx="1017182" cy="187401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015" y="3102380"/>
            <a:ext cx="1929747" cy="1929747"/>
          </a:xfrm>
          <a:prstGeom prst="rect">
            <a:avLst/>
          </a:prstGeom>
        </p:spPr>
      </p:pic>
      <p:sp>
        <p:nvSpPr>
          <p:cNvPr id="15" name="ZoneTexte 3"/>
          <p:cNvSpPr txBox="1"/>
          <p:nvPr/>
        </p:nvSpPr>
        <p:spPr>
          <a:xfrm>
            <a:off x="2996957" y="3402529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ZoneTexte 4"/>
          <p:cNvSpPr txBox="1"/>
          <p:nvPr/>
        </p:nvSpPr>
        <p:spPr>
          <a:xfrm>
            <a:off x="2927505" y="3733389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8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9972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9" name="Tableau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977279"/>
              </p:ext>
            </p:extLst>
          </p:nvPr>
        </p:nvGraphicFramePr>
        <p:xfrm>
          <a:off x="4364705" y="3753004"/>
          <a:ext cx="3737340" cy="609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4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4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Montserrat" panose="020B0604020202020204" charset="0"/>
                        </a:rPr>
                        <a:t>1 gélule 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75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633" y="1120885"/>
            <a:ext cx="3902214" cy="3902214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23633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30625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Facilite </a:t>
            </a:r>
            <a:r>
              <a:rPr lang="fr-FR" sz="1200" dirty="0">
                <a:latin typeface="Montserrat" panose="020B0604020202020204" charset="0"/>
              </a:rPr>
              <a:t>les fonctions d'élimination de l'organisme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</a:t>
            </a:r>
            <a:r>
              <a:rPr lang="fr-FR" sz="1200" dirty="0">
                <a:latin typeface="Montserrat" panose="020B0604020202020204" charset="0"/>
              </a:rPr>
              <a:t>à maintenir un poids corporel normal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Cellulite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Obésité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Rétention </a:t>
            </a:r>
            <a:r>
              <a:rPr lang="fr-FR" sz="1200" dirty="0">
                <a:latin typeface="Montserrat" panose="020B0604020202020204" charset="0"/>
              </a:rPr>
              <a:t>d'eau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Brûle </a:t>
            </a:r>
            <a:r>
              <a:rPr lang="fr-FR" sz="1200" dirty="0">
                <a:latin typeface="Montserrat" panose="020B0604020202020204" charset="0"/>
              </a:rPr>
              <a:t>graisse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0727" y="194841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 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53231"/>
            <a:ext cx="5027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MINCIVIT AMINCISSANT ACTIF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304020"/>
            <a:ext cx="43094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190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Thé vert (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Camellia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sinensis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aristatus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Piloselle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Hieracium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pilose!la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903" y="4835698"/>
            <a:ext cx="1017182" cy="187401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015" y="3102380"/>
            <a:ext cx="1929747" cy="1929747"/>
          </a:xfrm>
          <a:prstGeom prst="rect">
            <a:avLst/>
          </a:prstGeom>
        </p:spPr>
      </p:pic>
      <p:sp>
        <p:nvSpPr>
          <p:cNvPr id="15" name="ZoneTexte 3"/>
          <p:cNvSpPr txBox="1"/>
          <p:nvPr/>
        </p:nvSpPr>
        <p:spPr>
          <a:xfrm>
            <a:off x="2996957" y="3402529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ZoneTexte 4"/>
          <p:cNvSpPr txBox="1"/>
          <p:nvPr/>
        </p:nvSpPr>
        <p:spPr>
          <a:xfrm>
            <a:off x="2927505" y="3733389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8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9972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9" name="Tableau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025961"/>
              </p:ext>
            </p:extLst>
          </p:nvPr>
        </p:nvGraphicFramePr>
        <p:xfrm>
          <a:off x="4364705" y="3753004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Pendant 2 mois 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55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1338" y="1049801"/>
            <a:ext cx="4174331" cy="4174331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6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9495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err="1" smtClean="0">
                <a:latin typeface="Montserrat" panose="020B0604020202020204" charset="0"/>
              </a:rPr>
              <a:t>Lipo</a:t>
            </a:r>
            <a:r>
              <a:rPr lang="fr-FR" sz="1200" dirty="0" smtClean="0">
                <a:latin typeface="Montserrat" panose="020B0604020202020204" charset="0"/>
              </a:rPr>
              <a:t>-réducteur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err="1" smtClean="0">
                <a:latin typeface="Montserrat" panose="020B0604020202020204" charset="0"/>
              </a:rPr>
              <a:t>Lipo</a:t>
            </a:r>
            <a:r>
              <a:rPr lang="fr-FR" sz="1200" dirty="0" smtClean="0">
                <a:latin typeface="Montserrat" panose="020B0604020202020204" charset="0"/>
              </a:rPr>
              <a:t>-draineur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Anti </a:t>
            </a:r>
            <a:r>
              <a:rPr lang="fr-FR" sz="1200" dirty="0">
                <a:latin typeface="Montserrat" panose="020B0604020202020204" charset="0"/>
              </a:rPr>
              <a:t>- cellulite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Elimine </a:t>
            </a:r>
            <a:r>
              <a:rPr lang="fr-FR" sz="1200" dirty="0">
                <a:latin typeface="Montserrat" panose="020B0604020202020204" charset="0"/>
              </a:rPr>
              <a:t>la graisse localisée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55007" y="202699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</a:t>
            </a:r>
            <a:r>
              <a:rPr lang="fr-FR" sz="1800" dirty="0" smtClean="0"/>
              <a:t>POUR </a:t>
            </a:r>
            <a:r>
              <a:rPr lang="fr-FR" sz="1800" dirty="0"/>
              <a:t> 90 Gr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21432" y="500752"/>
            <a:ext cx="4541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MINCIVIT LIFT CAFEINE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382595"/>
            <a:ext cx="4309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Caféine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base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Aloès Vera (Aloès Vera)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Lierre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grimpant (Hedera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hélix</a:t>
            </a:r>
            <a:r>
              <a:rPr lang="fr-FR" sz="1200" dirty="0" smtClean="0">
                <a:solidFill>
                  <a:srgbClr val="6D6D6D"/>
                </a:solidFill>
                <a:latin typeface="Montserrat Medium" panose="00000600000000000000" pitchFamily="50" charset="0"/>
              </a:rPr>
              <a:t>)</a:t>
            </a:r>
            <a:endParaRPr lang="fr-FR" sz="1200" dirty="0">
              <a:solidFill>
                <a:srgbClr val="6D6D6D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0687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19353"/>
              </p:ext>
            </p:extLst>
          </p:nvPr>
        </p:nvGraphicFramePr>
        <p:xfrm>
          <a:off x="4364705" y="3760154"/>
          <a:ext cx="3737340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Appliquer deux fois par jour en massant les zones en surcharges pendant au moins 20 minutes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903" y="4835698"/>
            <a:ext cx="1017182" cy="187401"/>
          </a:xfrm>
          <a:prstGeom prst="rect">
            <a:avLst/>
          </a:prstGeom>
        </p:spPr>
      </p:pic>
      <p:sp>
        <p:nvSpPr>
          <p:cNvPr id="4" name="Arrondir un rectangle avec un coin diagonal 3"/>
          <p:cNvSpPr/>
          <p:nvPr/>
        </p:nvSpPr>
        <p:spPr>
          <a:xfrm>
            <a:off x="2748294" y="3498979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2698288" y="3506123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48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318" y="1047750"/>
            <a:ext cx="4095750" cy="4095750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30773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5205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</a:t>
            </a:r>
            <a:r>
              <a:rPr lang="fr-FR" sz="1200" dirty="0">
                <a:latin typeface="Montserrat" panose="020B0604020202020204" charset="0"/>
              </a:rPr>
              <a:t>à tonifier l'épiderme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</a:t>
            </a:r>
            <a:r>
              <a:rPr lang="fr-FR" sz="1200" dirty="0">
                <a:latin typeface="Montserrat" panose="020B0604020202020204" charset="0"/>
              </a:rPr>
              <a:t>à prévenir la formation des vergetures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76455" y="117688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</a:t>
            </a:r>
            <a:r>
              <a:rPr lang="fr-FR" sz="1800" dirty="0" smtClean="0"/>
              <a:t>POUR </a:t>
            </a:r>
            <a:r>
              <a:rPr lang="fr-FR" sz="1800" dirty="0"/>
              <a:t> 250 ML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25437" y="555659"/>
            <a:ext cx="4541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MINCIVIT LAIT ANTI VERGETURE 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532484"/>
            <a:ext cx="4309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Gel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d'aloès (Aloès Vera)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Beurre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Karité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d'Amande douce (Prunus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armeniaca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sésame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Sesamum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indicum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L.)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Vitamine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Bourrache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Borago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0687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101532"/>
              </p:ext>
            </p:extLst>
          </p:nvPr>
        </p:nvGraphicFramePr>
        <p:xfrm>
          <a:off x="4364704" y="3760154"/>
          <a:ext cx="4036345" cy="12811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09086"/>
                <a:gridCol w="3027259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Appliquer le lait, matin et soir, sur le ventre, les hanches, les cuisses et les seins. Peut être utilisé par la femme enceinte, dès le premier mois de grossesse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903" y="4835698"/>
            <a:ext cx="1017182" cy="187401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2741150" y="4063914"/>
            <a:ext cx="1126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250 </a:t>
            </a:r>
            <a:r>
              <a:rPr lang="fr-FR" sz="1800" b="1" dirty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93" y="3194415"/>
            <a:ext cx="1288839" cy="128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10648</TotalTime>
  <Words>610</Words>
  <Application>Microsoft Office PowerPoint</Application>
  <PresentationFormat>Affichage à l'écran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Montserrat Medium</vt:lpstr>
      <vt:lpstr>Montserrat ExtraBold</vt:lpstr>
      <vt:lpstr>Poppins</vt:lpstr>
      <vt:lpstr>Montserrat</vt:lpstr>
      <vt:lpstr>Oswald Medium</vt:lpstr>
      <vt:lpstr>Raleway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184</cp:revision>
  <dcterms:modified xsi:type="dcterms:W3CDTF">2026-03-10T09:41:07Z</dcterms:modified>
</cp:coreProperties>
</file>