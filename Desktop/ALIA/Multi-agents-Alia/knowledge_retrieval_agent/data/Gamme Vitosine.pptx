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666" r:id="rId2"/>
    <p:sldMasterId id="2147483668" r:id="rId3"/>
    <p:sldMasterId id="2147483670" r:id="rId4"/>
  </p:sldMasterIdLst>
  <p:notesMasterIdLst>
    <p:notesMasterId r:id="rId9"/>
  </p:notesMasterIdLst>
  <p:sldIdLst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60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FCAF8E-87F7-4068-8CCA-9DBAEA531A01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DDE8C9-C894-4D6B-8A34-53AB093898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859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ac1b75c0d8_3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ac1b75c0d8_3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1211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32132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6340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65872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bg>
      <p:bgPr>
        <a:solidFill>
          <a:schemeClr val="dk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6241733" y="3100717"/>
            <a:ext cx="4671200" cy="8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ubTitle" idx="1"/>
          </p:nvPr>
        </p:nvSpPr>
        <p:spPr>
          <a:xfrm>
            <a:off x="6241733" y="3759040"/>
            <a:ext cx="3758400" cy="11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55" name="Google Shape;55;p7"/>
          <p:cNvGrpSpPr/>
          <p:nvPr/>
        </p:nvGrpSpPr>
        <p:grpSpPr>
          <a:xfrm flipH="1">
            <a:off x="720000" y="3263133"/>
            <a:ext cx="1418467" cy="4319667"/>
            <a:chOff x="146675" y="378750"/>
            <a:chExt cx="1063850" cy="3239750"/>
          </a:xfrm>
        </p:grpSpPr>
        <p:sp>
          <p:nvSpPr>
            <p:cNvPr id="56" name="Google Shape;56;p7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7" name="Google Shape;57;p7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8" name="Google Shape;58;p7"/>
            <p:cNvSpPr/>
            <p:nvPr/>
          </p:nvSpPr>
          <p:spPr>
            <a:xfrm>
              <a:off x="146675" y="37875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84911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>
            <a:off x="1018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subTitle" idx="1"/>
          </p:nvPr>
        </p:nvSpPr>
        <p:spPr>
          <a:xfrm>
            <a:off x="1018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grpSp>
        <p:nvGrpSpPr>
          <p:cNvPr id="73" name="Google Shape;73;p9"/>
          <p:cNvGrpSpPr/>
          <p:nvPr/>
        </p:nvGrpSpPr>
        <p:grpSpPr>
          <a:xfrm rot="5400000">
            <a:off x="9920633" y="3629300"/>
            <a:ext cx="1418467" cy="4319667"/>
            <a:chOff x="146675" y="378750"/>
            <a:chExt cx="1063850" cy="3239750"/>
          </a:xfrm>
        </p:grpSpPr>
        <p:sp>
          <p:nvSpPr>
            <p:cNvPr id="74" name="Google Shape;74;p9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5" name="Google Shape;75;p9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6" name="Google Shape;76;p9"/>
            <p:cNvSpPr/>
            <p:nvPr/>
          </p:nvSpPr>
          <p:spPr>
            <a:xfrm>
              <a:off x="146675" y="37875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24772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156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"/>
          <p:cNvSpPr/>
          <p:nvPr/>
        </p:nvSpPr>
        <p:spPr>
          <a:xfrm rot="5400000">
            <a:off x="2158000" y="-2019633"/>
            <a:ext cx="631200" cy="5989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98" name="Google Shape;98;p13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4709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1"/>
          </p:nvPr>
        </p:nvSpPr>
        <p:spPr>
          <a:xfrm>
            <a:off x="4238200" y="2564067"/>
            <a:ext cx="3715600" cy="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2"/>
          </p:nvPr>
        </p:nvSpPr>
        <p:spPr>
          <a:xfrm>
            <a:off x="4525367" y="3040067"/>
            <a:ext cx="31412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3"/>
          </p:nvPr>
        </p:nvSpPr>
        <p:spPr>
          <a:xfrm>
            <a:off x="418267" y="2564067"/>
            <a:ext cx="3715600" cy="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4"/>
          </p:nvPr>
        </p:nvSpPr>
        <p:spPr>
          <a:xfrm>
            <a:off x="705533" y="3040067"/>
            <a:ext cx="31412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subTitle" idx="5"/>
          </p:nvPr>
        </p:nvSpPr>
        <p:spPr>
          <a:xfrm>
            <a:off x="4238100" y="4837167"/>
            <a:ext cx="3715600" cy="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subTitle" idx="6"/>
          </p:nvPr>
        </p:nvSpPr>
        <p:spPr>
          <a:xfrm>
            <a:off x="4525367" y="5313167"/>
            <a:ext cx="31412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subTitle" idx="7"/>
          </p:nvPr>
        </p:nvSpPr>
        <p:spPr>
          <a:xfrm>
            <a:off x="418267" y="4837167"/>
            <a:ext cx="3715600" cy="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subTitle" idx="8"/>
          </p:nvPr>
        </p:nvSpPr>
        <p:spPr>
          <a:xfrm>
            <a:off x="705467" y="5313200"/>
            <a:ext cx="31412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9"/>
          </p:nvPr>
        </p:nvSpPr>
        <p:spPr>
          <a:xfrm>
            <a:off x="8058067" y="2564067"/>
            <a:ext cx="3715600" cy="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ubTitle" idx="13"/>
          </p:nvPr>
        </p:nvSpPr>
        <p:spPr>
          <a:xfrm>
            <a:off x="8345167" y="3040067"/>
            <a:ext cx="31412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subTitle" idx="14"/>
          </p:nvPr>
        </p:nvSpPr>
        <p:spPr>
          <a:xfrm>
            <a:off x="8058067" y="4837167"/>
            <a:ext cx="3715600" cy="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15"/>
          </p:nvPr>
        </p:nvSpPr>
        <p:spPr>
          <a:xfrm>
            <a:off x="8345167" y="5313167"/>
            <a:ext cx="31412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title" idx="16" hasCustomPrompt="1"/>
          </p:nvPr>
        </p:nvSpPr>
        <p:spPr>
          <a:xfrm>
            <a:off x="1609733" y="1695400"/>
            <a:ext cx="1332800" cy="9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>
            <a:spLocks noGrp="1"/>
          </p:cNvSpPr>
          <p:nvPr>
            <p:ph type="title" idx="17" hasCustomPrompt="1"/>
          </p:nvPr>
        </p:nvSpPr>
        <p:spPr>
          <a:xfrm>
            <a:off x="1609733" y="3968600"/>
            <a:ext cx="1332800" cy="9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3" name="Google Shape;113;p13"/>
          <p:cNvSpPr txBox="1">
            <a:spLocks noGrp="1"/>
          </p:cNvSpPr>
          <p:nvPr>
            <p:ph type="title" idx="18" hasCustomPrompt="1"/>
          </p:nvPr>
        </p:nvSpPr>
        <p:spPr>
          <a:xfrm>
            <a:off x="5429517" y="1695400"/>
            <a:ext cx="1332800" cy="9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4" name="Google Shape;114;p13"/>
          <p:cNvSpPr txBox="1">
            <a:spLocks noGrp="1"/>
          </p:cNvSpPr>
          <p:nvPr>
            <p:ph type="title" idx="19" hasCustomPrompt="1"/>
          </p:nvPr>
        </p:nvSpPr>
        <p:spPr>
          <a:xfrm>
            <a:off x="5429600" y="3968600"/>
            <a:ext cx="1332800" cy="9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5" name="Google Shape;115;p13"/>
          <p:cNvSpPr txBox="1">
            <a:spLocks noGrp="1"/>
          </p:cNvSpPr>
          <p:nvPr>
            <p:ph type="title" idx="20" hasCustomPrompt="1"/>
          </p:nvPr>
        </p:nvSpPr>
        <p:spPr>
          <a:xfrm>
            <a:off x="9249367" y="1695400"/>
            <a:ext cx="1332800" cy="9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6" name="Google Shape;116;p13"/>
          <p:cNvSpPr txBox="1">
            <a:spLocks noGrp="1"/>
          </p:cNvSpPr>
          <p:nvPr>
            <p:ph type="title" idx="21" hasCustomPrompt="1"/>
          </p:nvPr>
        </p:nvSpPr>
        <p:spPr>
          <a:xfrm>
            <a:off x="9249367" y="3968600"/>
            <a:ext cx="1332800" cy="9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grpSp>
        <p:nvGrpSpPr>
          <p:cNvPr id="117" name="Google Shape;117;p13"/>
          <p:cNvGrpSpPr/>
          <p:nvPr/>
        </p:nvGrpSpPr>
        <p:grpSpPr>
          <a:xfrm flipH="1">
            <a:off x="10879626" y="-1730367"/>
            <a:ext cx="894033" cy="3526100"/>
            <a:chOff x="540000" y="973925"/>
            <a:chExt cx="670525" cy="2644575"/>
          </a:xfrm>
        </p:grpSpPr>
        <p:sp>
          <p:nvSpPr>
            <p:cNvPr id="118" name="Google Shape;118;p13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8032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"/>
          <p:cNvSpPr/>
          <p:nvPr/>
        </p:nvSpPr>
        <p:spPr>
          <a:xfrm rot="5400000">
            <a:off x="2158000" y="-2019633"/>
            <a:ext cx="631200" cy="5989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98" name="Google Shape;98;p13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4709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1"/>
          </p:nvPr>
        </p:nvSpPr>
        <p:spPr>
          <a:xfrm>
            <a:off x="4238200" y="2564067"/>
            <a:ext cx="3715600" cy="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2"/>
          </p:nvPr>
        </p:nvSpPr>
        <p:spPr>
          <a:xfrm>
            <a:off x="4525367" y="3040067"/>
            <a:ext cx="31412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3"/>
          </p:nvPr>
        </p:nvSpPr>
        <p:spPr>
          <a:xfrm>
            <a:off x="418267" y="2564067"/>
            <a:ext cx="3715600" cy="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4"/>
          </p:nvPr>
        </p:nvSpPr>
        <p:spPr>
          <a:xfrm>
            <a:off x="705533" y="3040067"/>
            <a:ext cx="31412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subTitle" idx="5"/>
          </p:nvPr>
        </p:nvSpPr>
        <p:spPr>
          <a:xfrm>
            <a:off x="4238100" y="4837167"/>
            <a:ext cx="3715600" cy="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subTitle" idx="6"/>
          </p:nvPr>
        </p:nvSpPr>
        <p:spPr>
          <a:xfrm>
            <a:off x="4525367" y="5313167"/>
            <a:ext cx="31412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subTitle" idx="7"/>
          </p:nvPr>
        </p:nvSpPr>
        <p:spPr>
          <a:xfrm>
            <a:off x="418267" y="4837167"/>
            <a:ext cx="3715600" cy="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subTitle" idx="8"/>
          </p:nvPr>
        </p:nvSpPr>
        <p:spPr>
          <a:xfrm>
            <a:off x="705467" y="5313200"/>
            <a:ext cx="31412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9"/>
          </p:nvPr>
        </p:nvSpPr>
        <p:spPr>
          <a:xfrm>
            <a:off x="8058067" y="2564067"/>
            <a:ext cx="3715600" cy="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ubTitle" idx="13"/>
          </p:nvPr>
        </p:nvSpPr>
        <p:spPr>
          <a:xfrm>
            <a:off x="8345167" y="3040067"/>
            <a:ext cx="31412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subTitle" idx="14"/>
          </p:nvPr>
        </p:nvSpPr>
        <p:spPr>
          <a:xfrm>
            <a:off x="8058067" y="4837167"/>
            <a:ext cx="3715600" cy="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15"/>
          </p:nvPr>
        </p:nvSpPr>
        <p:spPr>
          <a:xfrm>
            <a:off x="8345167" y="5313167"/>
            <a:ext cx="31412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title" idx="16" hasCustomPrompt="1"/>
          </p:nvPr>
        </p:nvSpPr>
        <p:spPr>
          <a:xfrm>
            <a:off x="1609733" y="1695400"/>
            <a:ext cx="1332800" cy="9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>
            <a:spLocks noGrp="1"/>
          </p:cNvSpPr>
          <p:nvPr>
            <p:ph type="title" idx="17" hasCustomPrompt="1"/>
          </p:nvPr>
        </p:nvSpPr>
        <p:spPr>
          <a:xfrm>
            <a:off x="1609733" y="3968600"/>
            <a:ext cx="1332800" cy="9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3" name="Google Shape;113;p13"/>
          <p:cNvSpPr txBox="1">
            <a:spLocks noGrp="1"/>
          </p:cNvSpPr>
          <p:nvPr>
            <p:ph type="title" idx="18" hasCustomPrompt="1"/>
          </p:nvPr>
        </p:nvSpPr>
        <p:spPr>
          <a:xfrm>
            <a:off x="5429517" y="1695400"/>
            <a:ext cx="1332800" cy="9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4" name="Google Shape;114;p13"/>
          <p:cNvSpPr txBox="1">
            <a:spLocks noGrp="1"/>
          </p:cNvSpPr>
          <p:nvPr>
            <p:ph type="title" idx="19" hasCustomPrompt="1"/>
          </p:nvPr>
        </p:nvSpPr>
        <p:spPr>
          <a:xfrm>
            <a:off x="5429600" y="3968600"/>
            <a:ext cx="1332800" cy="9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5" name="Google Shape;115;p13"/>
          <p:cNvSpPr txBox="1">
            <a:spLocks noGrp="1"/>
          </p:cNvSpPr>
          <p:nvPr>
            <p:ph type="title" idx="20" hasCustomPrompt="1"/>
          </p:nvPr>
        </p:nvSpPr>
        <p:spPr>
          <a:xfrm>
            <a:off x="9249367" y="1695400"/>
            <a:ext cx="1332800" cy="9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6" name="Google Shape;116;p13"/>
          <p:cNvSpPr txBox="1">
            <a:spLocks noGrp="1"/>
          </p:cNvSpPr>
          <p:nvPr>
            <p:ph type="title" idx="21" hasCustomPrompt="1"/>
          </p:nvPr>
        </p:nvSpPr>
        <p:spPr>
          <a:xfrm>
            <a:off x="9249367" y="3968600"/>
            <a:ext cx="1332800" cy="9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grpSp>
        <p:nvGrpSpPr>
          <p:cNvPr id="117" name="Google Shape;117;p13"/>
          <p:cNvGrpSpPr/>
          <p:nvPr/>
        </p:nvGrpSpPr>
        <p:grpSpPr>
          <a:xfrm flipH="1">
            <a:off x="10879626" y="-1730367"/>
            <a:ext cx="894033" cy="3526100"/>
            <a:chOff x="540000" y="973925"/>
            <a:chExt cx="670525" cy="2644575"/>
          </a:xfrm>
        </p:grpSpPr>
        <p:sp>
          <p:nvSpPr>
            <p:cNvPr id="118" name="Google Shape;118;p13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66609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"/>
          <p:cNvSpPr/>
          <p:nvPr/>
        </p:nvSpPr>
        <p:spPr>
          <a:xfrm rot="5400000">
            <a:off x="2158000" y="-2019633"/>
            <a:ext cx="631200" cy="5989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98" name="Google Shape;98;p13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4709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1"/>
          </p:nvPr>
        </p:nvSpPr>
        <p:spPr>
          <a:xfrm>
            <a:off x="4238200" y="2564067"/>
            <a:ext cx="3715600" cy="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2"/>
          </p:nvPr>
        </p:nvSpPr>
        <p:spPr>
          <a:xfrm>
            <a:off x="4525367" y="3040067"/>
            <a:ext cx="31412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3"/>
          </p:nvPr>
        </p:nvSpPr>
        <p:spPr>
          <a:xfrm>
            <a:off x="418267" y="2564067"/>
            <a:ext cx="3715600" cy="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4"/>
          </p:nvPr>
        </p:nvSpPr>
        <p:spPr>
          <a:xfrm>
            <a:off x="705533" y="3040067"/>
            <a:ext cx="31412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subTitle" idx="5"/>
          </p:nvPr>
        </p:nvSpPr>
        <p:spPr>
          <a:xfrm>
            <a:off x="4238100" y="4837167"/>
            <a:ext cx="3715600" cy="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subTitle" idx="6"/>
          </p:nvPr>
        </p:nvSpPr>
        <p:spPr>
          <a:xfrm>
            <a:off x="4525367" y="5313167"/>
            <a:ext cx="31412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subTitle" idx="7"/>
          </p:nvPr>
        </p:nvSpPr>
        <p:spPr>
          <a:xfrm>
            <a:off x="418267" y="4837167"/>
            <a:ext cx="3715600" cy="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subTitle" idx="8"/>
          </p:nvPr>
        </p:nvSpPr>
        <p:spPr>
          <a:xfrm>
            <a:off x="705467" y="5313200"/>
            <a:ext cx="31412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9"/>
          </p:nvPr>
        </p:nvSpPr>
        <p:spPr>
          <a:xfrm>
            <a:off x="8058067" y="2564067"/>
            <a:ext cx="3715600" cy="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ubTitle" idx="13"/>
          </p:nvPr>
        </p:nvSpPr>
        <p:spPr>
          <a:xfrm>
            <a:off x="8345167" y="3040067"/>
            <a:ext cx="31412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subTitle" idx="14"/>
          </p:nvPr>
        </p:nvSpPr>
        <p:spPr>
          <a:xfrm>
            <a:off x="8058067" y="4837167"/>
            <a:ext cx="3715600" cy="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15"/>
          </p:nvPr>
        </p:nvSpPr>
        <p:spPr>
          <a:xfrm>
            <a:off x="8345167" y="5313167"/>
            <a:ext cx="31412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title" idx="16" hasCustomPrompt="1"/>
          </p:nvPr>
        </p:nvSpPr>
        <p:spPr>
          <a:xfrm>
            <a:off x="1609733" y="1695400"/>
            <a:ext cx="1332800" cy="9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>
            <a:spLocks noGrp="1"/>
          </p:cNvSpPr>
          <p:nvPr>
            <p:ph type="title" idx="17" hasCustomPrompt="1"/>
          </p:nvPr>
        </p:nvSpPr>
        <p:spPr>
          <a:xfrm>
            <a:off x="1609733" y="3968600"/>
            <a:ext cx="1332800" cy="9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3" name="Google Shape;113;p13"/>
          <p:cNvSpPr txBox="1">
            <a:spLocks noGrp="1"/>
          </p:cNvSpPr>
          <p:nvPr>
            <p:ph type="title" idx="18" hasCustomPrompt="1"/>
          </p:nvPr>
        </p:nvSpPr>
        <p:spPr>
          <a:xfrm>
            <a:off x="5429517" y="1695400"/>
            <a:ext cx="1332800" cy="9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4" name="Google Shape;114;p13"/>
          <p:cNvSpPr txBox="1">
            <a:spLocks noGrp="1"/>
          </p:cNvSpPr>
          <p:nvPr>
            <p:ph type="title" idx="19" hasCustomPrompt="1"/>
          </p:nvPr>
        </p:nvSpPr>
        <p:spPr>
          <a:xfrm>
            <a:off x="5429600" y="3968600"/>
            <a:ext cx="1332800" cy="9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5" name="Google Shape;115;p13"/>
          <p:cNvSpPr txBox="1">
            <a:spLocks noGrp="1"/>
          </p:cNvSpPr>
          <p:nvPr>
            <p:ph type="title" idx="20" hasCustomPrompt="1"/>
          </p:nvPr>
        </p:nvSpPr>
        <p:spPr>
          <a:xfrm>
            <a:off x="9249367" y="1695400"/>
            <a:ext cx="1332800" cy="9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6" name="Google Shape;116;p13"/>
          <p:cNvSpPr txBox="1">
            <a:spLocks noGrp="1"/>
          </p:cNvSpPr>
          <p:nvPr>
            <p:ph type="title" idx="21" hasCustomPrompt="1"/>
          </p:nvPr>
        </p:nvSpPr>
        <p:spPr>
          <a:xfrm>
            <a:off x="9249367" y="3968600"/>
            <a:ext cx="1332800" cy="9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grpSp>
        <p:nvGrpSpPr>
          <p:cNvPr id="117" name="Google Shape;117;p13"/>
          <p:cNvGrpSpPr/>
          <p:nvPr/>
        </p:nvGrpSpPr>
        <p:grpSpPr>
          <a:xfrm flipH="1">
            <a:off x="10879626" y="-1730367"/>
            <a:ext cx="894033" cy="3526100"/>
            <a:chOff x="540000" y="973925"/>
            <a:chExt cx="670525" cy="2644575"/>
          </a:xfrm>
        </p:grpSpPr>
        <p:sp>
          <p:nvSpPr>
            <p:cNvPr id="118" name="Google Shape;118;p13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18704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"/>
          <p:cNvSpPr/>
          <p:nvPr/>
        </p:nvSpPr>
        <p:spPr>
          <a:xfrm rot="5400000">
            <a:off x="2158000" y="-2019633"/>
            <a:ext cx="631200" cy="5989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98" name="Google Shape;98;p13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4709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1"/>
          </p:nvPr>
        </p:nvSpPr>
        <p:spPr>
          <a:xfrm>
            <a:off x="4238200" y="2564067"/>
            <a:ext cx="3715600" cy="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2"/>
          </p:nvPr>
        </p:nvSpPr>
        <p:spPr>
          <a:xfrm>
            <a:off x="4525367" y="3040067"/>
            <a:ext cx="31412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3"/>
          </p:nvPr>
        </p:nvSpPr>
        <p:spPr>
          <a:xfrm>
            <a:off x="418267" y="2564067"/>
            <a:ext cx="3715600" cy="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4"/>
          </p:nvPr>
        </p:nvSpPr>
        <p:spPr>
          <a:xfrm>
            <a:off x="705533" y="3040067"/>
            <a:ext cx="31412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subTitle" idx="5"/>
          </p:nvPr>
        </p:nvSpPr>
        <p:spPr>
          <a:xfrm>
            <a:off x="4238100" y="4837167"/>
            <a:ext cx="3715600" cy="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subTitle" idx="6"/>
          </p:nvPr>
        </p:nvSpPr>
        <p:spPr>
          <a:xfrm>
            <a:off x="4525367" y="5313167"/>
            <a:ext cx="31412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subTitle" idx="7"/>
          </p:nvPr>
        </p:nvSpPr>
        <p:spPr>
          <a:xfrm>
            <a:off x="418267" y="4837167"/>
            <a:ext cx="3715600" cy="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subTitle" idx="8"/>
          </p:nvPr>
        </p:nvSpPr>
        <p:spPr>
          <a:xfrm>
            <a:off x="705467" y="5313200"/>
            <a:ext cx="31412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9"/>
          </p:nvPr>
        </p:nvSpPr>
        <p:spPr>
          <a:xfrm>
            <a:off x="8058067" y="2564067"/>
            <a:ext cx="3715600" cy="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ubTitle" idx="13"/>
          </p:nvPr>
        </p:nvSpPr>
        <p:spPr>
          <a:xfrm>
            <a:off x="8345167" y="3040067"/>
            <a:ext cx="31412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subTitle" idx="14"/>
          </p:nvPr>
        </p:nvSpPr>
        <p:spPr>
          <a:xfrm>
            <a:off x="8058067" y="4837167"/>
            <a:ext cx="3715600" cy="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15"/>
          </p:nvPr>
        </p:nvSpPr>
        <p:spPr>
          <a:xfrm>
            <a:off x="8345167" y="5313167"/>
            <a:ext cx="31412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title" idx="16" hasCustomPrompt="1"/>
          </p:nvPr>
        </p:nvSpPr>
        <p:spPr>
          <a:xfrm>
            <a:off x="1609733" y="1695400"/>
            <a:ext cx="1332800" cy="9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>
            <a:spLocks noGrp="1"/>
          </p:cNvSpPr>
          <p:nvPr>
            <p:ph type="title" idx="17" hasCustomPrompt="1"/>
          </p:nvPr>
        </p:nvSpPr>
        <p:spPr>
          <a:xfrm>
            <a:off x="1609733" y="3968600"/>
            <a:ext cx="1332800" cy="9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3" name="Google Shape;113;p13"/>
          <p:cNvSpPr txBox="1">
            <a:spLocks noGrp="1"/>
          </p:cNvSpPr>
          <p:nvPr>
            <p:ph type="title" idx="18" hasCustomPrompt="1"/>
          </p:nvPr>
        </p:nvSpPr>
        <p:spPr>
          <a:xfrm>
            <a:off x="5429517" y="1695400"/>
            <a:ext cx="1332800" cy="9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4" name="Google Shape;114;p13"/>
          <p:cNvSpPr txBox="1">
            <a:spLocks noGrp="1"/>
          </p:cNvSpPr>
          <p:nvPr>
            <p:ph type="title" idx="19" hasCustomPrompt="1"/>
          </p:nvPr>
        </p:nvSpPr>
        <p:spPr>
          <a:xfrm>
            <a:off x="5429600" y="3968600"/>
            <a:ext cx="1332800" cy="9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5" name="Google Shape;115;p13"/>
          <p:cNvSpPr txBox="1">
            <a:spLocks noGrp="1"/>
          </p:cNvSpPr>
          <p:nvPr>
            <p:ph type="title" idx="20" hasCustomPrompt="1"/>
          </p:nvPr>
        </p:nvSpPr>
        <p:spPr>
          <a:xfrm>
            <a:off x="9249367" y="1695400"/>
            <a:ext cx="1332800" cy="9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6" name="Google Shape;116;p13"/>
          <p:cNvSpPr txBox="1">
            <a:spLocks noGrp="1"/>
          </p:cNvSpPr>
          <p:nvPr>
            <p:ph type="title" idx="21" hasCustomPrompt="1"/>
          </p:nvPr>
        </p:nvSpPr>
        <p:spPr>
          <a:xfrm>
            <a:off x="9249367" y="3968600"/>
            <a:ext cx="1332800" cy="9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grpSp>
        <p:nvGrpSpPr>
          <p:cNvPr id="117" name="Google Shape;117;p13"/>
          <p:cNvGrpSpPr/>
          <p:nvPr/>
        </p:nvGrpSpPr>
        <p:grpSpPr>
          <a:xfrm flipH="1">
            <a:off x="10879626" y="-1730367"/>
            <a:ext cx="894033" cy="3526100"/>
            <a:chOff x="540000" y="973925"/>
            <a:chExt cx="670525" cy="2644575"/>
          </a:xfrm>
        </p:grpSpPr>
        <p:sp>
          <p:nvSpPr>
            <p:cNvPr id="118" name="Google Shape;118;p13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6505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81200"/>
            <a:ext cx="10752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536633"/>
            <a:ext cx="10752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1446167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4294967295" orient="horz" pos="340">
          <p15:clr>
            <a:srgbClr val="EA4335"/>
          </p15:clr>
        </p15:guide>
        <p15:guide id="4294967295" orient="horz" pos="2900">
          <p15:clr>
            <a:srgbClr val="EA4335"/>
          </p15:clr>
        </p15:guide>
        <p15:guide id="4294967295" pos="340">
          <p15:clr>
            <a:srgbClr val="EA4335"/>
          </p15:clr>
        </p15:guide>
        <p15:guide id="4294967295" pos="5420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81200"/>
            <a:ext cx="10752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536633"/>
            <a:ext cx="10752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7604278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4294967295" orient="horz" pos="340">
          <p15:clr>
            <a:srgbClr val="EA4335"/>
          </p15:clr>
        </p15:guide>
        <p15:guide id="4294967295" orient="horz" pos="2900">
          <p15:clr>
            <a:srgbClr val="EA4335"/>
          </p15:clr>
        </p15:guide>
        <p15:guide id="4294967295" pos="340">
          <p15:clr>
            <a:srgbClr val="EA4335"/>
          </p15:clr>
        </p15:guide>
        <p15:guide id="4294967295" pos="5420">
          <p15:clr>
            <a:srgbClr val="EA4335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81200"/>
            <a:ext cx="10752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536633"/>
            <a:ext cx="10752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4370058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4294967295" orient="horz" pos="340">
          <p15:clr>
            <a:srgbClr val="EA4335"/>
          </p15:clr>
        </p15:guide>
        <p15:guide id="4294967295" orient="horz" pos="2900">
          <p15:clr>
            <a:srgbClr val="EA4335"/>
          </p15:clr>
        </p15:guide>
        <p15:guide id="4294967295" pos="340">
          <p15:clr>
            <a:srgbClr val="EA4335"/>
          </p15:clr>
        </p15:guide>
        <p15:guide id="4294967295" pos="5420">
          <p15:clr>
            <a:srgbClr val="EA4335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81200"/>
            <a:ext cx="10752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536633"/>
            <a:ext cx="10752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9786872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4294967295" orient="horz" pos="340">
          <p15:clr>
            <a:srgbClr val="EA4335"/>
          </p15:clr>
        </p15:guide>
        <p15:guide id="4294967295" orient="horz" pos="2900">
          <p15:clr>
            <a:srgbClr val="EA4335"/>
          </p15:clr>
        </p15:guide>
        <p15:guide id="4294967295" pos="340">
          <p15:clr>
            <a:srgbClr val="EA4335"/>
          </p15:clr>
        </p15:guide>
        <p15:guide id="4294967295" pos="542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alphaModFix amt="51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28;p25"/>
          <p:cNvSpPr txBox="1">
            <a:spLocks/>
          </p:cNvSpPr>
          <p:nvPr/>
        </p:nvSpPr>
        <p:spPr>
          <a:xfrm>
            <a:off x="2379229" y="445106"/>
            <a:ext cx="8050647" cy="1396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"/>
              <a:buNone/>
              <a:defRPr sz="3600" b="1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35535B"/>
              </a:buClr>
            </a:pPr>
            <a:r>
              <a:rPr lang="fr-FR" sz="6400" kern="0" cap="all" dirty="0">
                <a:solidFill>
                  <a:srgbClr val="E14D4D"/>
                </a:solidFill>
              </a:rPr>
              <a:t/>
            </a:r>
            <a:br>
              <a:rPr lang="fr-FR" sz="6400" kern="0" cap="all" dirty="0">
                <a:solidFill>
                  <a:srgbClr val="E14D4D"/>
                </a:solidFill>
              </a:rPr>
            </a:br>
            <a:r>
              <a:rPr lang="fr-FR" sz="7200" kern="0" cap="all" dirty="0" smtClean="0">
                <a:solidFill>
                  <a:srgbClr val="E14D4D"/>
                </a:solidFill>
              </a:rPr>
              <a:t>VITOSINE </a:t>
            </a:r>
            <a:endParaRPr lang="fr-FR" sz="7200" kern="0" cap="all" dirty="0">
              <a:solidFill>
                <a:srgbClr val="E14D4D"/>
              </a:solidFill>
            </a:endParaRPr>
          </a:p>
        </p:txBody>
      </p:sp>
      <p:sp>
        <p:nvSpPr>
          <p:cNvPr id="7" name="Google Shape;810;p35"/>
          <p:cNvSpPr/>
          <p:nvPr/>
        </p:nvSpPr>
        <p:spPr>
          <a:xfrm>
            <a:off x="523727" y="445106"/>
            <a:ext cx="1738332" cy="1407148"/>
          </a:xfrm>
          <a:prstGeom prst="homePlate">
            <a:avLst>
              <a:gd name="adj" fmla="val 31917"/>
            </a:avLst>
          </a:prstGeom>
          <a:solidFill>
            <a:srgbClr val="E14D4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E14D4D"/>
              </a:solidFill>
              <a:cs typeface="Arial"/>
              <a:sym typeface="Arial"/>
            </a:endParaRPr>
          </a:p>
        </p:txBody>
      </p:sp>
      <p:sp>
        <p:nvSpPr>
          <p:cNvPr id="8" name="Google Shape;820;p35"/>
          <p:cNvSpPr txBox="1">
            <a:spLocks/>
          </p:cNvSpPr>
          <p:nvPr/>
        </p:nvSpPr>
        <p:spPr>
          <a:xfrm>
            <a:off x="332523" y="719667"/>
            <a:ext cx="1746885" cy="7680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" sz="3200" kern="0" dirty="0">
              <a:solidFill>
                <a:srgbClr val="FFFFFF"/>
              </a:solidFill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6974" y="-212875"/>
            <a:ext cx="2719009" cy="2719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949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5042941" y="755384"/>
            <a:ext cx="3715600" cy="47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fr-FR" sz="2400" dirty="0"/>
              <a:t>INDICATIONS</a:t>
            </a:r>
            <a:endParaRPr sz="24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5700538" y="673257"/>
            <a:ext cx="5190455" cy="192017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28594" indent="-228594" algn="l">
              <a:buFont typeface="Arial" panose="020B0604020202020204" pitchFamily="34" charset="0"/>
              <a:buChar char="•"/>
            </a:pPr>
            <a:endParaRPr lang="fr-FR" sz="1600" dirty="0">
              <a:latin typeface="Montserrat" panose="020B0604020202020204" charset="0"/>
            </a:endParaRPr>
          </a:p>
          <a:p>
            <a:pPr marL="228594" indent="-228594" algn="l">
              <a:buFont typeface="Arial" panose="020B0604020202020204" pitchFamily="34" charset="0"/>
              <a:buChar char="•"/>
            </a:pPr>
            <a:endParaRPr lang="fr-FR" sz="1600" dirty="0">
              <a:latin typeface="Montserrat Medium" panose="00000600000000000000" pitchFamily="50" charset="0"/>
            </a:endParaRPr>
          </a:p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>
                <a:latin typeface="Montserrat" panose="020B0604020202020204" charset="0"/>
              </a:rPr>
              <a:t>Nettoie et assèche les lésions de la peau susceptibles de se surinfecter, notamment nouveau-né (cordon ombilical et érythème fessier).</a:t>
            </a:r>
            <a:endParaRPr sz="16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404619" y="2265956"/>
            <a:ext cx="5233964" cy="47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fr-FR" sz="2400" dirty="0"/>
              <a:t>COMPOSITION</a:t>
            </a:r>
            <a:endParaRPr sz="2400" dirty="0"/>
          </a:p>
        </p:txBody>
      </p:sp>
      <p:sp>
        <p:nvSpPr>
          <p:cNvPr id="21" name="ZoneTexte 20"/>
          <p:cNvSpPr txBox="1"/>
          <p:nvPr/>
        </p:nvSpPr>
        <p:spPr>
          <a:xfrm>
            <a:off x="-327731" y="673256"/>
            <a:ext cx="7349332" cy="502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fr-FR" sz="2667" kern="0" dirty="0">
                <a:solidFill>
                  <a:srgbClr val="FFFFFF"/>
                </a:solidFill>
                <a:latin typeface="Montserrat" panose="020B0604020202020204" charset="0"/>
                <a:cs typeface="Arial"/>
                <a:sym typeface="Arial"/>
              </a:rPr>
              <a:t>VITOSINE EOSINE AQEUSE  2% </a:t>
            </a:r>
            <a:endParaRPr lang="fr-FR" sz="2667" kern="0" dirty="0">
              <a:solidFill>
                <a:srgbClr val="FFFFFF"/>
              </a:solidFill>
              <a:latin typeface="Montserrat" panose="020B0604020202020204" charset="0"/>
              <a:cs typeface="Arial"/>
              <a:sym typeface="Arial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5617341" y="2824383"/>
            <a:ext cx="50506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594" indent="-228594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fr-FR" sz="1600" kern="0" dirty="0">
                <a:solidFill>
                  <a:srgbClr val="6D6D6D"/>
                </a:solidFill>
                <a:latin typeface="Montserrat" panose="020B0604020202020204" charset="0"/>
                <a:cs typeface="Arial"/>
                <a:sym typeface="Arial"/>
              </a:rPr>
              <a:t>EOSINE AQEUSE 2% </a:t>
            </a:r>
          </a:p>
        </p:txBody>
      </p:sp>
      <p:sp>
        <p:nvSpPr>
          <p:cNvPr id="17" name="Arrondir un rectangle avec un coin diagonal 16"/>
          <p:cNvSpPr/>
          <p:nvPr/>
        </p:nvSpPr>
        <p:spPr>
          <a:xfrm>
            <a:off x="4283517" y="4663953"/>
            <a:ext cx="812359" cy="450415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lang="fr-FR" sz="1867" kern="0">
              <a:solidFill>
                <a:srgbClr val="FFFFFF"/>
              </a:solidFill>
              <a:sym typeface="Arial"/>
            </a:endParaRPr>
          </a:p>
        </p:txBody>
      </p:sp>
      <p:sp>
        <p:nvSpPr>
          <p:cNvPr id="20" name="ZoneTexte 19"/>
          <p:cNvSpPr txBox="1"/>
          <p:nvPr/>
        </p:nvSpPr>
        <p:spPr>
          <a:xfrm>
            <a:off x="4198779" y="4678815"/>
            <a:ext cx="1501759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fr-FR" sz="2133" b="1" kern="0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30ML</a:t>
            </a:r>
            <a:endParaRPr lang="fr-FR" sz="2133" b="1" kern="0" dirty="0">
              <a:solidFill>
                <a:srgbClr val="FFFFFF"/>
              </a:solidFill>
              <a:latin typeface="Montserrat Medium" panose="00000600000000000000" pitchFamily="50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22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5709946" y="4180557"/>
            <a:ext cx="5233964" cy="47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l">
              <a:spcAft>
                <a:spcPts val="2133"/>
              </a:spcAft>
            </a:pPr>
            <a:r>
              <a:rPr lang="fr-FR" sz="2400" dirty="0"/>
              <a:t>CONSEILS D'UTILISATION </a:t>
            </a:r>
            <a:endParaRPr sz="2400" dirty="0"/>
          </a:p>
        </p:txBody>
      </p:sp>
      <p:graphicFrame>
        <p:nvGraphicFramePr>
          <p:cNvPr id="23" name="Tableau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9500994"/>
              </p:ext>
            </p:extLst>
          </p:nvPr>
        </p:nvGraphicFramePr>
        <p:xfrm>
          <a:off x="5819607" y="4784937"/>
          <a:ext cx="4983120" cy="97666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45780"/>
                <a:gridCol w="3737340"/>
              </a:tblGrid>
              <a:tr h="367065">
                <a:tc>
                  <a:txBody>
                    <a:bodyPr/>
                    <a:lstStyle/>
                    <a:p>
                      <a:r>
                        <a:rPr lang="fr-FR" sz="16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Age</a:t>
                      </a:r>
                      <a:endParaRPr lang="fr-FR" sz="1600" cap="all" baseline="0" dirty="0">
                        <a:latin typeface="Montserrat" panose="020B0604020202020204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fr-FR" sz="1600" dirty="0" smtClean="0">
                          <a:latin typeface="Montserrat" panose="020B0604020202020204" charset="0"/>
                        </a:rPr>
                        <a:t>UTILISATION</a:t>
                      </a:r>
                      <a:endParaRPr lang="fr-FR" sz="1600" dirty="0">
                        <a:latin typeface="Montserrat" panose="020B0604020202020204" charset="0"/>
                      </a:endParaRPr>
                    </a:p>
                  </a:txBody>
                  <a:tcPr marL="121920" marR="121920" marT="60960" marB="60960"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lang="fr-FR" sz="1600" dirty="0" smtClean="0">
                          <a:latin typeface="Montserrat" panose="020B0604020202020204" charset="0"/>
                        </a:rPr>
                        <a:t>Enfant et Adulte</a:t>
                      </a:r>
                      <a:endParaRPr lang="fr-FR" sz="1600" dirty="0">
                        <a:latin typeface="Montserrat" panose="020B0604020202020204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 b="0" i="0" u="none" strike="noStrike" cap="none" dirty="0" smtClean="0">
                          <a:solidFill>
                            <a:schemeClr val="dk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Vaporiser directement sur la partie à assécher. 1 à 2 fois par jour</a:t>
                      </a:r>
                      <a:endParaRPr lang="fr-FR" sz="1600" dirty="0">
                        <a:latin typeface="Montserrat" panose="020B0604020202020204" charset="0"/>
                      </a:endParaRPr>
                    </a:p>
                  </a:txBody>
                  <a:tcPr marL="121920" marR="121920" marT="60960" marB="60960"/>
                </a:tc>
              </a:tr>
            </a:tbl>
          </a:graphicData>
        </a:graphic>
      </p:graphicFrame>
      <p:pic>
        <p:nvPicPr>
          <p:cNvPr id="13" name="Image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3052" y="6067425"/>
            <a:ext cx="1018563" cy="642079"/>
          </a:xfrm>
          <a:prstGeom prst="rect">
            <a:avLst/>
          </a:prstGeom>
        </p:spPr>
      </p:pic>
      <p:pic>
        <p:nvPicPr>
          <p:cNvPr id="4098" name="Picture 2" descr="https://vital.com.tn/wp-content/uploads/2023/11/Vitosine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44" y="1778000"/>
            <a:ext cx="381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4190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5042941" y="755384"/>
            <a:ext cx="3715600" cy="47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fr-FR" sz="2400" dirty="0"/>
              <a:t>INDICATIONS</a:t>
            </a:r>
            <a:endParaRPr sz="24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5772598" y="755385"/>
            <a:ext cx="5190455" cy="192017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l"/>
            <a:r>
              <a:rPr lang="fr-FR" sz="1600" dirty="0">
                <a:latin typeface="Montserrat" panose="020B0604020202020204" charset="0"/>
              </a:rPr>
              <a:t> </a:t>
            </a:r>
          </a:p>
          <a:p>
            <a:pPr marL="228594" indent="-228594" algn="l">
              <a:buFont typeface="Arial" panose="020B0604020202020204" pitchFamily="34" charset="0"/>
              <a:buChar char="•"/>
            </a:pPr>
            <a:endParaRPr lang="fr-FR" sz="1600" dirty="0">
              <a:latin typeface="Montserrat Medium" panose="00000600000000000000" pitchFamily="50" charset="0"/>
            </a:endParaRPr>
          </a:p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>
                <a:latin typeface="Montserrat" panose="020B0604020202020204" charset="0"/>
              </a:rPr>
              <a:t>Traitement </a:t>
            </a:r>
            <a:r>
              <a:rPr lang="fr-FR" sz="1600" dirty="0">
                <a:latin typeface="Montserrat" panose="020B0604020202020204" charset="0"/>
              </a:rPr>
              <a:t>d’appoint pour les affections de la </a:t>
            </a:r>
            <a:r>
              <a:rPr lang="fr-FR" sz="1600" dirty="0">
                <a:latin typeface="Montserrat" panose="020B0604020202020204" charset="0"/>
              </a:rPr>
              <a:t>peau.</a:t>
            </a:r>
          </a:p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>
                <a:latin typeface="Montserrat" panose="020B0604020202020204" charset="0"/>
              </a:rPr>
              <a:t>Antiseptique </a:t>
            </a:r>
            <a:r>
              <a:rPr lang="fr-FR" sz="1600" dirty="0">
                <a:latin typeface="Montserrat" panose="020B0604020202020204" charset="0"/>
              </a:rPr>
              <a:t>et asséchant de la peau</a:t>
            </a:r>
            <a:endParaRPr sz="16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404619" y="2265956"/>
            <a:ext cx="5233964" cy="47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fr-FR" sz="2400" dirty="0"/>
              <a:t>COMPOSITION</a:t>
            </a:r>
          </a:p>
          <a:p>
            <a:pPr marL="0" indent="0" algn="l">
              <a:spcAft>
                <a:spcPts val="2133"/>
              </a:spcAft>
            </a:pPr>
            <a:r>
              <a:rPr lang="fr-FR" sz="1600" b="0" dirty="0"/>
              <a:t> </a:t>
            </a:r>
            <a:r>
              <a:rPr lang="fr-FR" sz="1600" b="0" dirty="0"/>
              <a:t>                          Eosine </a:t>
            </a:r>
            <a:r>
              <a:rPr lang="fr-FR" sz="1600" b="0" dirty="0" err="1"/>
              <a:t>aqeuse</a:t>
            </a:r>
            <a:r>
              <a:rPr lang="fr-FR" sz="1600" b="0" dirty="0"/>
              <a:t> alcoolisée à 2%</a:t>
            </a:r>
            <a:endParaRPr sz="1600" b="0" dirty="0"/>
          </a:p>
        </p:txBody>
      </p:sp>
      <p:sp>
        <p:nvSpPr>
          <p:cNvPr id="21" name="ZoneTexte 20"/>
          <p:cNvSpPr txBox="1"/>
          <p:nvPr/>
        </p:nvSpPr>
        <p:spPr>
          <a:xfrm>
            <a:off x="-291152" y="738610"/>
            <a:ext cx="76063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fr-FR" sz="2400" kern="0" dirty="0">
                <a:solidFill>
                  <a:srgbClr val="FFFFFF"/>
                </a:solidFill>
                <a:latin typeface="Montserrat" panose="020B0604020202020204" charset="0"/>
                <a:cs typeface="Arial"/>
                <a:sym typeface="Arial"/>
              </a:rPr>
              <a:t>VITOSINE EOSINE ALCOOLISEE 2% </a:t>
            </a:r>
            <a:endParaRPr lang="fr-FR" sz="2400" kern="0" dirty="0">
              <a:solidFill>
                <a:srgbClr val="FFFFFF"/>
              </a:solidFill>
              <a:latin typeface="Montserrat" panose="020B0604020202020204" charset="0"/>
              <a:cs typeface="Arial"/>
              <a:sym typeface="Arial"/>
            </a:endParaRPr>
          </a:p>
        </p:txBody>
      </p:sp>
      <p:sp>
        <p:nvSpPr>
          <p:cNvPr id="17" name="Arrondir un rectangle avec un coin diagonal 16"/>
          <p:cNvSpPr/>
          <p:nvPr/>
        </p:nvSpPr>
        <p:spPr>
          <a:xfrm>
            <a:off x="4283517" y="4663953"/>
            <a:ext cx="812359" cy="450415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lang="fr-FR" sz="1867" kern="0">
              <a:solidFill>
                <a:srgbClr val="FFFFFF"/>
              </a:solidFill>
              <a:sym typeface="Arial"/>
            </a:endParaRPr>
          </a:p>
        </p:txBody>
      </p:sp>
      <p:sp>
        <p:nvSpPr>
          <p:cNvPr id="20" name="ZoneTexte 19"/>
          <p:cNvSpPr txBox="1"/>
          <p:nvPr/>
        </p:nvSpPr>
        <p:spPr>
          <a:xfrm>
            <a:off x="4198779" y="4678815"/>
            <a:ext cx="1501759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fr-FR" sz="2133" b="1" kern="0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30 ML</a:t>
            </a:r>
            <a:endParaRPr lang="fr-FR" sz="2133" b="1" kern="0" dirty="0">
              <a:solidFill>
                <a:srgbClr val="FFFFFF"/>
              </a:solidFill>
              <a:latin typeface="Montserrat Medium" panose="00000600000000000000" pitchFamily="50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22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5709946" y="4180557"/>
            <a:ext cx="5233964" cy="47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l">
              <a:spcAft>
                <a:spcPts val="2133"/>
              </a:spcAft>
            </a:pPr>
            <a:r>
              <a:rPr lang="fr-FR" sz="2400" dirty="0"/>
              <a:t>CONSEILS D'UTILISATION </a:t>
            </a:r>
            <a:endParaRPr sz="2400" dirty="0"/>
          </a:p>
        </p:txBody>
      </p:sp>
      <p:graphicFrame>
        <p:nvGraphicFramePr>
          <p:cNvPr id="23" name="Tableau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2614365"/>
              </p:ext>
            </p:extLst>
          </p:nvPr>
        </p:nvGraphicFramePr>
        <p:xfrm>
          <a:off x="5819607" y="4784937"/>
          <a:ext cx="4983120" cy="135766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45780"/>
                <a:gridCol w="3737340"/>
              </a:tblGrid>
              <a:tr h="367065">
                <a:tc>
                  <a:txBody>
                    <a:bodyPr/>
                    <a:lstStyle/>
                    <a:p>
                      <a:r>
                        <a:rPr lang="fr-FR" sz="16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600" cap="all" baseline="0" dirty="0">
                        <a:latin typeface="Montserrat" panose="020B0604020202020204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fr-FR" sz="1600" dirty="0" smtClean="0">
                          <a:latin typeface="Montserrat" panose="020B0604020202020204" charset="0"/>
                        </a:rPr>
                        <a:t>UTILISATION</a:t>
                      </a:r>
                      <a:endParaRPr lang="fr-FR" sz="1600" dirty="0">
                        <a:latin typeface="Montserrat" panose="020B0604020202020204" charset="0"/>
                      </a:endParaRPr>
                    </a:p>
                  </a:txBody>
                  <a:tcPr marL="121920" marR="121920" marT="60960" marB="60960"/>
                </a:tc>
              </a:tr>
              <a:tr h="975360">
                <a:tc>
                  <a:txBody>
                    <a:bodyPr/>
                    <a:lstStyle/>
                    <a:p>
                      <a:r>
                        <a:rPr lang="fr-FR" sz="1600" dirty="0" smtClean="0">
                          <a:latin typeface="Montserrat" panose="020B0604020202020204" charset="0"/>
                        </a:rPr>
                        <a:t>Enfant et Adulte</a:t>
                      </a:r>
                      <a:endParaRPr lang="fr-FR" sz="1600" dirty="0">
                        <a:latin typeface="Montserrat" panose="020B0604020202020204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900" b="0" i="0" u="none" strike="noStrike" cap="non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Vaporiser directement sur la partie à nettoyer et  assécher. 1 à 2 fois par jour</a:t>
                      </a:r>
                      <a:endParaRPr lang="fr-FR" sz="1600" dirty="0">
                        <a:latin typeface="Montserrat" panose="020B0604020202020204" charset="0"/>
                      </a:endParaRPr>
                    </a:p>
                  </a:txBody>
                  <a:tcPr marL="121920" marR="121920" marT="60960" marB="60960"/>
                </a:tc>
              </a:tr>
            </a:tbl>
          </a:graphicData>
        </a:graphic>
      </p:graphicFrame>
      <p:pic>
        <p:nvPicPr>
          <p:cNvPr id="13" name="Image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3052" y="6067425"/>
            <a:ext cx="1018563" cy="642079"/>
          </a:xfrm>
          <a:prstGeom prst="rect">
            <a:avLst/>
          </a:prstGeom>
        </p:spPr>
      </p:pic>
      <p:pic>
        <p:nvPicPr>
          <p:cNvPr id="3074" name="Picture 2" descr="https://vital.com.tn/wp-content/uploads/2024/12/VITOSINE-EOSINE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35" y="1778000"/>
            <a:ext cx="381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0242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5042941" y="755384"/>
            <a:ext cx="3715600" cy="47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fr-FR" sz="2400" dirty="0"/>
              <a:t>INDICATIONS</a:t>
            </a:r>
            <a:endParaRPr sz="24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5617341" y="1164707"/>
            <a:ext cx="5190455" cy="192017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28594" indent="-228594" algn="l">
              <a:buFont typeface="Arial" panose="020B0604020202020204" pitchFamily="34" charset="0"/>
              <a:buChar char="•"/>
            </a:pPr>
            <a:r>
              <a:rPr lang="fr-FR" sz="1600" dirty="0">
                <a:latin typeface="Montserrat" panose="020B0604020202020204" charset="0"/>
              </a:rPr>
              <a:t>Atténue les fins squames, les callosités des pieds et des mains, hydrate la peau sèche et la régénère </a:t>
            </a:r>
          </a:p>
          <a:p>
            <a:pPr marL="228594" indent="-228594" algn="l">
              <a:buFont typeface="Arial" panose="020B0604020202020204" pitchFamily="34" charset="0"/>
              <a:buChar char="•"/>
            </a:pPr>
            <a:endParaRPr lang="fr-FR" sz="1600" dirty="0">
              <a:latin typeface="Montserrat Medium" panose="00000600000000000000" pitchFamily="50" charset="0"/>
            </a:endParaRPr>
          </a:p>
          <a:p>
            <a:pPr marL="228594" indent="-228594" algn="l">
              <a:buFont typeface="Arial" panose="020B0604020202020204" pitchFamily="34" charset="0"/>
              <a:buChar char="•"/>
            </a:pPr>
            <a:endParaRPr sz="1600" dirty="0">
              <a:latin typeface="Montserrat Medium" panose="00000600000000000000" pitchFamily="50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404619" y="2265956"/>
            <a:ext cx="5233964" cy="47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fr-FR" sz="2400" dirty="0"/>
              <a:t>COMPOSITION</a:t>
            </a:r>
            <a:endParaRPr sz="2400" dirty="0"/>
          </a:p>
        </p:txBody>
      </p:sp>
      <p:sp>
        <p:nvSpPr>
          <p:cNvPr id="21" name="ZoneTexte 20"/>
          <p:cNvSpPr txBox="1"/>
          <p:nvPr/>
        </p:nvSpPr>
        <p:spPr>
          <a:xfrm>
            <a:off x="293416" y="668222"/>
            <a:ext cx="50981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fr-FR" sz="3200" kern="0" dirty="0">
                <a:solidFill>
                  <a:srgbClr val="FFFFFF"/>
                </a:solidFill>
                <a:latin typeface="Montserrat" panose="020B0604020202020204" charset="0"/>
                <a:cs typeface="Arial"/>
                <a:sym typeface="Arial"/>
              </a:rPr>
              <a:t>Vaseline Salicylée </a:t>
            </a:r>
            <a:endParaRPr lang="fr-FR" sz="3200" kern="0" dirty="0">
              <a:solidFill>
                <a:srgbClr val="FFFFFF"/>
              </a:solidFill>
              <a:latin typeface="Montserrat" panose="020B0604020202020204" charset="0"/>
              <a:cs typeface="Arial"/>
              <a:sym typeface="Arial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5617341" y="2824383"/>
            <a:ext cx="50506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594" indent="-228594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fr-FR" sz="1600" kern="0" dirty="0">
                <a:solidFill>
                  <a:srgbClr val="6D6D6D"/>
                </a:solidFill>
                <a:latin typeface="Montserrat" panose="020B0604020202020204" charset="0"/>
                <a:cs typeface="Arial"/>
                <a:sym typeface="Arial"/>
              </a:rPr>
              <a:t>Vaseline blanche</a:t>
            </a:r>
          </a:p>
          <a:p>
            <a:pPr marL="228594" indent="-228594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fr-FR" sz="1600" kern="0" dirty="0">
                <a:solidFill>
                  <a:srgbClr val="6D6D6D"/>
                </a:solidFill>
                <a:latin typeface="Montserrat" panose="020B0604020202020204" charset="0"/>
                <a:cs typeface="Arial"/>
                <a:sym typeface="Arial"/>
              </a:rPr>
              <a:t>Acide salicylée </a:t>
            </a:r>
          </a:p>
        </p:txBody>
      </p:sp>
      <p:sp>
        <p:nvSpPr>
          <p:cNvPr id="17" name="Arrondir un rectangle avec un coin diagonal 16"/>
          <p:cNvSpPr/>
          <p:nvPr/>
        </p:nvSpPr>
        <p:spPr>
          <a:xfrm>
            <a:off x="4283517" y="4663953"/>
            <a:ext cx="812359" cy="450415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lang="fr-FR" sz="1867" kern="0">
              <a:solidFill>
                <a:srgbClr val="FFFFFF"/>
              </a:solidFill>
              <a:sym typeface="Arial"/>
            </a:endParaRPr>
          </a:p>
        </p:txBody>
      </p:sp>
      <p:sp>
        <p:nvSpPr>
          <p:cNvPr id="20" name="ZoneTexte 19"/>
          <p:cNvSpPr txBox="1"/>
          <p:nvPr/>
        </p:nvSpPr>
        <p:spPr>
          <a:xfrm>
            <a:off x="4198779" y="4678815"/>
            <a:ext cx="1501759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fr-FR" sz="2133" b="1" kern="0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40 gr</a:t>
            </a:r>
            <a:endParaRPr lang="fr-FR" sz="2133" b="1" kern="0" dirty="0">
              <a:solidFill>
                <a:srgbClr val="FFFFFF"/>
              </a:solidFill>
              <a:latin typeface="Montserrat Medium" panose="00000600000000000000" pitchFamily="50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22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5709946" y="4180557"/>
            <a:ext cx="5233964" cy="47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l">
              <a:spcAft>
                <a:spcPts val="2133"/>
              </a:spcAft>
            </a:pPr>
            <a:r>
              <a:rPr lang="fr-FR" sz="2400" dirty="0"/>
              <a:t>CONSEILS D'UTILISATION </a:t>
            </a:r>
            <a:endParaRPr sz="2400" dirty="0"/>
          </a:p>
        </p:txBody>
      </p:sp>
      <p:graphicFrame>
        <p:nvGraphicFramePr>
          <p:cNvPr id="23" name="Tableau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643015"/>
              </p:ext>
            </p:extLst>
          </p:nvPr>
        </p:nvGraphicFramePr>
        <p:xfrm>
          <a:off x="5819607" y="4784937"/>
          <a:ext cx="4983120" cy="146434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45780"/>
                <a:gridCol w="3737340"/>
              </a:tblGrid>
              <a:tr h="367065">
                <a:tc>
                  <a:txBody>
                    <a:bodyPr/>
                    <a:lstStyle/>
                    <a:p>
                      <a:r>
                        <a:rPr lang="fr-FR" sz="16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600" cap="all" baseline="0" dirty="0">
                        <a:latin typeface="Montserrat" panose="020B0604020202020204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fr-FR" sz="1600" dirty="0" smtClean="0">
                          <a:latin typeface="Montserrat" panose="020B0604020202020204" charset="0"/>
                        </a:rPr>
                        <a:t>UTILISATION</a:t>
                      </a:r>
                      <a:endParaRPr lang="fr-FR" sz="1600" dirty="0">
                        <a:latin typeface="Montserrat" panose="020B0604020202020204" charset="0"/>
                      </a:endParaRPr>
                    </a:p>
                  </a:txBody>
                  <a:tcPr marL="121920" marR="121920" marT="60960" marB="60960"/>
                </a:tc>
              </a:tr>
              <a:tr h="1097280">
                <a:tc>
                  <a:txBody>
                    <a:bodyPr/>
                    <a:lstStyle/>
                    <a:p>
                      <a:r>
                        <a:rPr lang="fr-FR" sz="160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600" dirty="0">
                        <a:latin typeface="Montserrat" panose="020B0604020202020204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 dirty="0" smtClean="0">
                          <a:latin typeface="Montserrat" panose="020B0604020202020204" charset="0"/>
                        </a:rPr>
                        <a:t>Appliquer la pommade sur</a:t>
                      </a:r>
                      <a:r>
                        <a:rPr lang="fr-FR" sz="1600" baseline="0" dirty="0" smtClean="0">
                          <a:latin typeface="Montserrat" panose="020B0604020202020204" charset="0"/>
                        </a:rPr>
                        <a:t> les pieds et les mains présentant des callosités, sur la peau sèche et la peau présentant des squames </a:t>
                      </a:r>
                      <a:endParaRPr lang="fr-FR" sz="1600" dirty="0">
                        <a:latin typeface="Montserrat" panose="020B0604020202020204" charset="0"/>
                      </a:endParaRPr>
                    </a:p>
                  </a:txBody>
                  <a:tcPr marL="121920" marR="121920" marT="60960" marB="60960"/>
                </a:tc>
              </a:tr>
            </a:tbl>
          </a:graphicData>
        </a:graphic>
      </p:graphicFrame>
      <p:pic>
        <p:nvPicPr>
          <p:cNvPr id="13" name="Image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3052" y="6067425"/>
            <a:ext cx="1018563" cy="642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838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inimalist SEO Strategy by Slidesgo">
  <a:themeElements>
    <a:clrScheme name="Simple Light">
      <a:dk1>
        <a:srgbClr val="35535B"/>
      </a:dk1>
      <a:lt1>
        <a:srgbClr val="FFFFFF"/>
      </a:lt1>
      <a:dk2>
        <a:srgbClr val="666666"/>
      </a:dk2>
      <a:lt2>
        <a:srgbClr val="FFFFFF"/>
      </a:lt2>
      <a:accent1>
        <a:srgbClr val="E14D4D"/>
      </a:accent1>
      <a:accent2>
        <a:srgbClr val="35535B"/>
      </a:accent2>
      <a:accent3>
        <a:srgbClr val="8ED9DC"/>
      </a:accent3>
      <a:accent4>
        <a:srgbClr val="999999"/>
      </a:accent4>
      <a:accent5>
        <a:srgbClr val="35535B"/>
      </a:accent5>
      <a:accent6>
        <a:srgbClr val="E14D4D"/>
      </a:accent6>
      <a:hlink>
        <a:srgbClr val="99999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Minimalist SEO Strategy by Slidesgo">
  <a:themeElements>
    <a:clrScheme name="Simple Light">
      <a:dk1>
        <a:srgbClr val="35535B"/>
      </a:dk1>
      <a:lt1>
        <a:srgbClr val="FFFFFF"/>
      </a:lt1>
      <a:dk2>
        <a:srgbClr val="666666"/>
      </a:dk2>
      <a:lt2>
        <a:srgbClr val="FFFFFF"/>
      </a:lt2>
      <a:accent1>
        <a:srgbClr val="E14D4D"/>
      </a:accent1>
      <a:accent2>
        <a:srgbClr val="35535B"/>
      </a:accent2>
      <a:accent3>
        <a:srgbClr val="8ED9DC"/>
      </a:accent3>
      <a:accent4>
        <a:srgbClr val="999999"/>
      </a:accent4>
      <a:accent5>
        <a:srgbClr val="35535B"/>
      </a:accent5>
      <a:accent6>
        <a:srgbClr val="E14D4D"/>
      </a:accent6>
      <a:hlink>
        <a:srgbClr val="99999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Minimalist SEO Strategy by Slidesgo">
  <a:themeElements>
    <a:clrScheme name="Simple Light">
      <a:dk1>
        <a:srgbClr val="35535B"/>
      </a:dk1>
      <a:lt1>
        <a:srgbClr val="FFFFFF"/>
      </a:lt1>
      <a:dk2>
        <a:srgbClr val="666666"/>
      </a:dk2>
      <a:lt2>
        <a:srgbClr val="FFFFFF"/>
      </a:lt2>
      <a:accent1>
        <a:srgbClr val="E14D4D"/>
      </a:accent1>
      <a:accent2>
        <a:srgbClr val="35535B"/>
      </a:accent2>
      <a:accent3>
        <a:srgbClr val="8ED9DC"/>
      </a:accent3>
      <a:accent4>
        <a:srgbClr val="999999"/>
      </a:accent4>
      <a:accent5>
        <a:srgbClr val="35535B"/>
      </a:accent5>
      <a:accent6>
        <a:srgbClr val="E14D4D"/>
      </a:accent6>
      <a:hlink>
        <a:srgbClr val="99999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Minimalist SEO Strategy by Slidesgo">
  <a:themeElements>
    <a:clrScheme name="Simple Light">
      <a:dk1>
        <a:srgbClr val="35535B"/>
      </a:dk1>
      <a:lt1>
        <a:srgbClr val="FFFFFF"/>
      </a:lt1>
      <a:dk2>
        <a:srgbClr val="666666"/>
      </a:dk2>
      <a:lt2>
        <a:srgbClr val="FFFFFF"/>
      </a:lt2>
      <a:accent1>
        <a:srgbClr val="E14D4D"/>
      </a:accent1>
      <a:accent2>
        <a:srgbClr val="35535B"/>
      </a:accent2>
      <a:accent3>
        <a:srgbClr val="8ED9DC"/>
      </a:accent3>
      <a:accent4>
        <a:srgbClr val="999999"/>
      </a:accent4>
      <a:accent5>
        <a:srgbClr val="35535B"/>
      </a:accent5>
      <a:accent6>
        <a:srgbClr val="E14D4D"/>
      </a:accent6>
      <a:hlink>
        <a:srgbClr val="99999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</Words>
  <Application>Microsoft Office PowerPoint</Application>
  <PresentationFormat>Grand écran</PresentationFormat>
  <Paragraphs>40</Paragraphs>
  <Slides>4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4</vt:i4>
      </vt:variant>
      <vt:variant>
        <vt:lpstr>Titres des diapositives</vt:lpstr>
      </vt:variant>
      <vt:variant>
        <vt:i4>4</vt:i4>
      </vt:variant>
    </vt:vector>
  </HeadingPairs>
  <TitlesOfParts>
    <vt:vector size="15" baseType="lpstr">
      <vt:lpstr>Arial</vt:lpstr>
      <vt:lpstr>Calibri</vt:lpstr>
      <vt:lpstr>Montserrat</vt:lpstr>
      <vt:lpstr>Montserrat Medium</vt:lpstr>
      <vt:lpstr>Oswald Medium</vt:lpstr>
      <vt:lpstr>Poppins</vt:lpstr>
      <vt:lpstr>Raleway</vt:lpstr>
      <vt:lpstr>Minimalist SEO Strategy by Slidesgo</vt:lpstr>
      <vt:lpstr>1_Minimalist SEO Strategy by Slidesgo</vt:lpstr>
      <vt:lpstr>2_Minimalist SEO Strategy by Slidesgo</vt:lpstr>
      <vt:lpstr>3_Minimalist SEO Strategy by Slidesgo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</dc:creator>
  <cp:lastModifiedBy>a</cp:lastModifiedBy>
  <cp:revision>1</cp:revision>
  <dcterms:created xsi:type="dcterms:W3CDTF">2026-03-10T10:11:18Z</dcterms:created>
  <dcterms:modified xsi:type="dcterms:W3CDTF">2026-03-10T10:11:40Z</dcterms:modified>
</cp:coreProperties>
</file>